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6"/>
    <p:restoredTop sz="94718"/>
  </p:normalViewPr>
  <p:slideViewPr>
    <p:cSldViewPr snapToGrid="0">
      <p:cViewPr varScale="1">
        <p:scale>
          <a:sx n="117" d="100"/>
          <a:sy n="117" d="100"/>
        </p:scale>
        <p:origin x="2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D8997-FC54-7B4A-85C9-35F3EEC5772C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8C659-9CE0-B24F-AB01-C8B8282B255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02234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doi.org</a:t>
            </a:r>
            <a:r>
              <a:rPr lang="en-US" dirty="0"/>
              <a:t>/10.1016/j.fct.2023.114062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8C659-9CE0-B24F-AB01-C8B8282B2559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7517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B225-0018-9F31-AD4E-1EF5E5EC5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369254-A7BD-DD28-F5A5-CB21E79FA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6FD2D-A130-0097-BC22-5CF46F12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2328E-1530-FF9E-61B5-0A6AAE0E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0AE4F-DC20-E4ED-74DD-F6F76D25F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7984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DC27-7A00-92D9-CC45-60C0620D3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6DA08-E2BE-3C21-C555-0708C5636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D3884-F486-ABD2-996B-C293C5AF7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8710B-0309-C222-B69C-C614D28F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23905-A8AA-141A-BF5E-A640393CF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563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85A0-846D-3DC0-FA8C-2642FFF90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6D7C1-9CA7-FEEC-566A-8C8C5C2B2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7B10C-D7CF-A133-9A1C-CA7F6282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9089A-2043-C161-E597-F3FCAB3C8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AA285-8CD0-1CB1-74D1-B317383E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85590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847E-9E16-D211-4693-611408280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FAF1B-F613-2217-7132-8DCF90B3A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2AEC0-F560-3DB0-CB1B-341FF87F6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DC109-CB5A-431B-794E-D45D0524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7CED-8506-5E6C-A4AC-F5214D426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9A98B-063C-2801-8BE0-53F32520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80245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B4BEA-CBAC-09C8-E8CA-BF39F5343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41CB5-FFE8-4B38-DCEA-D4518F91B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78855-92FA-B653-8943-90A2BC9F3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8A624-0BC0-B420-019F-8DDEC58D8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DD05B-7C6E-AC6E-801E-7692E7D45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CC57A8-F752-1A17-4242-158FEE55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CD9F70-A839-DE65-1A81-D545DC9F0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9BA99-8860-BE25-9B2A-92DE1E79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197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F564-8909-A29D-E1E5-C0A595C0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059B4-F2C0-78BC-7BA8-2D846163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D3AE1-6A7F-14AA-C839-50C75FEE1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18645-053F-E1B3-BC6A-3CBDA35A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84945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22372-6CA7-B284-DFE0-5035CC057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9EC2BF-2924-DDBC-3657-F9954755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82330-5407-5C69-D17D-8508E9C3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4123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0E9B-55A4-2635-8285-DCFE9B66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FA01D-40E0-D349-4E2E-1C9ADD753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B91C1-F044-D18C-2D74-3B03D0DD3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75DF1-E53A-6BFC-C612-3E14EB78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24911-D8A0-6DDB-25F0-25457230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33313-FBDB-320B-EC98-0282B3640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01720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5460-C077-F6C1-E8C7-33C2F3EF0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B94AF5-62B1-6D5D-3047-6165C6996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6C335-EB8A-14BE-90C8-CB4391725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CDF65-CE5C-BBA7-AA9A-B8647D396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76980-6572-C91C-8BC8-05B50ABBC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5AB29-4104-F6F2-37A0-CB992F6D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0819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E128-D675-6ED4-DCB9-8D988F16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9C720-07EB-CB36-BDA7-C167324E0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11731-C4B0-20FC-E8E1-5A60EE08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57F76-A68A-4525-B356-9681D2DF6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8FBF6-12D5-12F9-E52E-B32FB415C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7889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088F5C-3000-9003-319B-085E0182B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39B48-DE07-4521-76FE-822C04799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9F04C-D33D-7598-6D83-176935C4E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D15D5-DF77-8A23-7C22-06918437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39283-3412-F038-716B-0A3E5417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0195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20510-92D2-4B80-7157-E58DDB7C1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A08A4-5901-79F4-F6D2-578662D12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127A6-BD90-2C93-FBB4-6B0743D9B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E8B31-879F-6A4F-B43B-A8117E5C8665}" type="datetimeFigureOut">
              <a:rPr lang="en-CN" smtClean="0"/>
              <a:t>2025/3/26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0CD18-8058-E7DC-3880-77FFB363A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2D2C5-AC54-9C5D-AD1A-3F1CF0EC6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3446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BB427DB-D1B8-54B7-646F-FD5FE742D5B6}"/>
              </a:ext>
            </a:extLst>
          </p:cNvPr>
          <p:cNvSpPr/>
          <p:nvPr/>
        </p:nvSpPr>
        <p:spPr>
          <a:xfrm>
            <a:off x="766083" y="2943225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Biosolids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F08112E-B90A-7035-070B-C11B690AEF3D}"/>
              </a:ext>
            </a:extLst>
          </p:cNvPr>
          <p:cNvSpPr/>
          <p:nvPr/>
        </p:nvSpPr>
        <p:spPr>
          <a:xfrm>
            <a:off x="2935907" y="2943225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Soil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929C11-FD35-9D0F-EF91-6FB4A7AF222C}"/>
              </a:ext>
            </a:extLst>
          </p:cNvPr>
          <p:cNvSpPr/>
          <p:nvPr/>
        </p:nvSpPr>
        <p:spPr>
          <a:xfrm>
            <a:off x="9595431" y="2943225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Human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A0C27E6-ADBE-A87F-03F3-70CE517E8BB8}"/>
              </a:ext>
            </a:extLst>
          </p:cNvPr>
          <p:cNvSpPr/>
          <p:nvPr/>
        </p:nvSpPr>
        <p:spPr>
          <a:xfrm>
            <a:off x="5029201" y="2943225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Plant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285823B-BE5A-9907-D49B-E82289CA12A1}"/>
              </a:ext>
            </a:extLst>
          </p:cNvPr>
          <p:cNvSpPr/>
          <p:nvPr/>
        </p:nvSpPr>
        <p:spPr>
          <a:xfrm>
            <a:off x="7271331" y="2943225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Animal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6209AD-08E3-64E7-96FA-6FA4A9A8C3F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66283" y="3429000"/>
            <a:ext cx="5696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F64998-0742-6F83-93CC-E18739F0734F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536107" y="3429000"/>
            <a:ext cx="4930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A88E37-B6F2-8DC3-A642-875E2D05426D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6629401" y="3429000"/>
            <a:ext cx="6419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65EBAD-E80C-C3D0-8100-34BC6F8F8CF7}"/>
              </a:ext>
            </a:extLst>
          </p:cNvPr>
          <p:cNvCxnSpPr>
            <a:stCxn id="8" idx="3"/>
            <a:endCxn id="6" idx="1"/>
          </p:cNvCxnSpPr>
          <p:nvPr/>
        </p:nvCxnSpPr>
        <p:spPr>
          <a:xfrm>
            <a:off x="8871531" y="3429000"/>
            <a:ext cx="723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1DC9287-EB29-110E-027F-BE357D8FC14D}"/>
              </a:ext>
            </a:extLst>
          </p:cNvPr>
          <p:cNvCxnSpPr>
            <a:cxnSpLocks/>
          </p:cNvCxnSpPr>
          <p:nvPr/>
        </p:nvCxnSpPr>
        <p:spPr>
          <a:xfrm>
            <a:off x="5018316" y="1197429"/>
            <a:ext cx="0" cy="3995057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8DE7DAB-F30E-8E4B-75FD-3847329EF205}"/>
              </a:ext>
            </a:extLst>
          </p:cNvPr>
          <p:cNvSpPr txBox="1"/>
          <p:nvPr/>
        </p:nvSpPr>
        <p:spPr>
          <a:xfrm>
            <a:off x="861906" y="1599326"/>
            <a:ext cx="3569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 dirty="0">
                <a:solidFill>
                  <a:srgbClr val="1F3863"/>
                </a:solidFill>
                <a:latin typeface="Arial" panose="020B0604020202020204" pitchFamily="34" charset="0"/>
              </a:rPr>
              <a:t>Step 1: Land</a:t>
            </a:r>
            <a:r>
              <a:rPr lang="zh-CN" altLang="en-US" b="1" dirty="0">
                <a:solidFill>
                  <a:srgbClr val="1F3863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F3863"/>
                </a:solidFill>
                <a:latin typeface="Arial" panose="020B0604020202020204" pitchFamily="34" charset="0"/>
              </a:rPr>
              <a:t>Application</a:t>
            </a:r>
            <a:r>
              <a:rPr lang="zh-CN" altLang="en-US" b="1" dirty="0">
                <a:solidFill>
                  <a:srgbClr val="1F3863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1F3863"/>
                </a:solidFill>
                <a:latin typeface="Arial" panose="020B0604020202020204" pitchFamily="34" charset="0"/>
              </a:rPr>
              <a:t>Unit;</a:t>
            </a:r>
          </a:p>
          <a:p>
            <a:pPr algn="ctr"/>
            <a:r>
              <a:rPr lang="en-US" b="1" dirty="0">
                <a:solidFill>
                  <a:srgbClr val="1F3863"/>
                </a:solidFill>
                <a:latin typeface="Arial" panose="020B0604020202020204" pitchFamily="34" charset="0"/>
              </a:rPr>
              <a:t>Generic Soil Column Module</a:t>
            </a:r>
          </a:p>
          <a:p>
            <a:pPr algn="ctr"/>
            <a:r>
              <a:rPr lang="en-US" b="1" dirty="0">
                <a:solidFill>
                  <a:srgbClr val="1F3863"/>
                </a:solidFill>
                <a:latin typeface="Arial" panose="020B0604020202020204" pitchFamily="34" charset="0"/>
              </a:rPr>
              <a:t>(EPA model)</a:t>
            </a:r>
            <a:endParaRPr lang="en-CN" b="1" dirty="0">
              <a:solidFill>
                <a:srgbClr val="1F3863"/>
              </a:solidFill>
              <a:latin typeface="Arial" panose="020B0604020202020204" pitchFamily="34" charset="0"/>
            </a:endParaRPr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303FD411-7174-AFDB-3C24-69892F1D40B9}"/>
              </a:ext>
            </a:extLst>
          </p:cNvPr>
          <p:cNvSpPr/>
          <p:nvPr/>
        </p:nvSpPr>
        <p:spPr>
          <a:xfrm flipH="1">
            <a:off x="2544560" y="2569029"/>
            <a:ext cx="162562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8C7BB2-1F09-0254-6F20-C4B06D6D3A66}"/>
              </a:ext>
            </a:extLst>
          </p:cNvPr>
          <p:cNvSpPr txBox="1"/>
          <p:nvPr/>
        </p:nvSpPr>
        <p:spPr>
          <a:xfrm>
            <a:off x="2797473" y="4260412"/>
            <a:ext cx="4087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Step 2: Diet Composition and Bioaccumulation Literature Review</a:t>
            </a:r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FAF7D15A-EA26-998C-50F4-A056549A3B2F}"/>
              </a:ext>
            </a:extLst>
          </p:cNvPr>
          <p:cNvSpPr/>
          <p:nvPr/>
        </p:nvSpPr>
        <p:spPr>
          <a:xfrm rot="10800000" flipH="1">
            <a:off x="4701373" y="3744013"/>
            <a:ext cx="162562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44AA1-C548-840C-60EA-9716E8B768D5}"/>
              </a:ext>
            </a:extLst>
          </p:cNvPr>
          <p:cNvSpPr txBox="1"/>
          <p:nvPr/>
        </p:nvSpPr>
        <p:spPr>
          <a:xfrm>
            <a:off x="4968715" y="3475374"/>
            <a:ext cx="17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corn, grass, etc.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5560605D-B6CE-9A3B-E3C3-AD6F160B1E52}"/>
              </a:ext>
            </a:extLst>
          </p:cNvPr>
          <p:cNvSpPr/>
          <p:nvPr/>
        </p:nvSpPr>
        <p:spPr>
          <a:xfrm flipH="1">
            <a:off x="6828789" y="2569029"/>
            <a:ext cx="162562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8ED5E-617A-7000-728A-596439775802}"/>
              </a:ext>
            </a:extLst>
          </p:cNvPr>
          <p:cNvSpPr txBox="1"/>
          <p:nvPr/>
        </p:nvSpPr>
        <p:spPr>
          <a:xfrm>
            <a:off x="5070667" y="1876325"/>
            <a:ext cx="35162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Step 3: Refine </a:t>
            </a:r>
            <a:r>
              <a:rPr lang="en-US" b="1" dirty="0">
                <a:solidFill>
                  <a:srgbClr val="1F3863"/>
                </a:solidFill>
                <a:latin typeface="Arial" panose="020B0604020202020204" pitchFamily="34" charset="0"/>
              </a:rPr>
              <a:t>P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harmacokinetic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Model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4CE280-E99C-3A8A-E6C6-3E18C50FD907}"/>
              </a:ext>
            </a:extLst>
          </p:cNvPr>
          <p:cNvSpPr txBox="1"/>
          <p:nvPr/>
        </p:nvSpPr>
        <p:spPr>
          <a:xfrm>
            <a:off x="7177252" y="3468280"/>
            <a:ext cx="18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swine, cattle etc.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EE7C80-C7BA-195A-0444-14A32B4059A3}"/>
              </a:ext>
            </a:extLst>
          </p:cNvPr>
          <p:cNvSpPr txBox="1"/>
          <p:nvPr/>
        </p:nvSpPr>
        <p:spPr>
          <a:xfrm>
            <a:off x="7226524" y="4260412"/>
            <a:ext cx="408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Step 4: Estimate Daily Intake 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9CA9D8F5-745C-9884-7E83-E0521D6BAA77}"/>
              </a:ext>
            </a:extLst>
          </p:cNvPr>
          <p:cNvSpPr/>
          <p:nvPr/>
        </p:nvSpPr>
        <p:spPr>
          <a:xfrm rot="10800000" flipH="1">
            <a:off x="9130424" y="3744013"/>
            <a:ext cx="162562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18C874-8B1B-459F-6709-1A6B54673D31}"/>
              </a:ext>
            </a:extLst>
          </p:cNvPr>
          <p:cNvSpPr txBox="1"/>
          <p:nvPr/>
        </p:nvSpPr>
        <p:spPr>
          <a:xfrm>
            <a:off x="715788" y="1211716"/>
            <a:ext cx="414813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Wait to Be Done</a:t>
            </a:r>
            <a:endParaRPr lang="en-CN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22FF37-3EFA-56CF-34C8-69E8FCD123D9}"/>
              </a:ext>
            </a:extLst>
          </p:cNvPr>
          <p:cNvSpPr txBox="1"/>
          <p:nvPr/>
        </p:nvSpPr>
        <p:spPr>
          <a:xfrm>
            <a:off x="5172698" y="1210650"/>
            <a:ext cx="602293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Need to Be Revised</a:t>
            </a:r>
            <a:endParaRPr lang="en-C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426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49B0B6-7BC7-5887-3450-531DFA3AA0FE}"/>
              </a:ext>
            </a:extLst>
          </p:cNvPr>
          <p:cNvCxnSpPr>
            <a:cxnSpLocks/>
          </p:cNvCxnSpPr>
          <p:nvPr/>
        </p:nvCxnSpPr>
        <p:spPr>
          <a:xfrm>
            <a:off x="3156857" y="82956"/>
            <a:ext cx="0" cy="6574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897645D-4E11-3632-7997-FF699C2ED40A}"/>
              </a:ext>
            </a:extLst>
          </p:cNvPr>
          <p:cNvSpPr/>
          <p:nvPr/>
        </p:nvSpPr>
        <p:spPr>
          <a:xfrm>
            <a:off x="370113" y="992695"/>
            <a:ext cx="2433766" cy="103862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F01C17-AB02-C305-1C4B-8A5071F2067C}"/>
              </a:ext>
            </a:extLst>
          </p:cNvPr>
          <p:cNvSpPr txBox="1"/>
          <p:nvPr/>
        </p:nvSpPr>
        <p:spPr>
          <a:xfrm>
            <a:off x="766656" y="992695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Biosolids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61C191-5D04-0F04-3158-33AA5AB76977}"/>
              </a:ext>
            </a:extLst>
          </p:cNvPr>
          <p:cNvSpPr txBox="1"/>
          <p:nvPr/>
        </p:nvSpPr>
        <p:spPr>
          <a:xfrm>
            <a:off x="425927" y="1292655"/>
            <a:ext cx="15611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400" dirty="0"/>
              <a:t>concentration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400" dirty="0"/>
              <a:t>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400" dirty="0"/>
              <a:t>……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2F79FFF-5D99-EF60-8957-E38819F64B42}"/>
              </a:ext>
            </a:extLst>
          </p:cNvPr>
          <p:cNvSpPr/>
          <p:nvPr/>
        </p:nvSpPr>
        <p:spPr>
          <a:xfrm>
            <a:off x="370113" y="2328143"/>
            <a:ext cx="2433767" cy="17741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9AA9FA-3F16-0B6A-1703-621059267CB1}"/>
              </a:ext>
            </a:extLst>
          </p:cNvPr>
          <p:cNvSpPr txBox="1"/>
          <p:nvPr/>
        </p:nvSpPr>
        <p:spPr>
          <a:xfrm>
            <a:off x="766656" y="2328143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Animal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C8557-50CF-4343-7230-21D26B53637A}"/>
              </a:ext>
            </a:extLst>
          </p:cNvPr>
          <p:cNvSpPr txBox="1"/>
          <p:nvPr/>
        </p:nvSpPr>
        <p:spPr>
          <a:xfrm>
            <a:off x="425927" y="2628103"/>
            <a:ext cx="178446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400" dirty="0"/>
              <a:t>breed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400" dirty="0"/>
              <a:t>diet 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400" dirty="0"/>
              <a:t>matter intake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400" dirty="0"/>
              <a:t>soil intake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400" dirty="0"/>
              <a:t>water intake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400" dirty="0"/>
              <a:t>……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41C412A-83C0-291E-7CA6-A85984DB2709}"/>
              </a:ext>
            </a:extLst>
          </p:cNvPr>
          <p:cNvSpPr/>
          <p:nvPr/>
        </p:nvSpPr>
        <p:spPr>
          <a:xfrm>
            <a:off x="370114" y="4311950"/>
            <a:ext cx="2433772" cy="103862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CB0052-51A0-AD07-1193-4DA334723D65}"/>
              </a:ext>
            </a:extLst>
          </p:cNvPr>
          <p:cNvSpPr txBox="1"/>
          <p:nvPr/>
        </p:nvSpPr>
        <p:spPr>
          <a:xfrm>
            <a:off x="766656" y="4311950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Plant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6F1F3-C9CA-700F-C2F5-82A03146FD85}"/>
              </a:ext>
            </a:extLst>
          </p:cNvPr>
          <p:cNvSpPr txBox="1"/>
          <p:nvPr/>
        </p:nvSpPr>
        <p:spPr>
          <a:xfrm>
            <a:off x="425927" y="4611910"/>
            <a:ext cx="23779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400" dirty="0"/>
              <a:t>bioaccumulation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400" dirty="0"/>
              <a:t>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400" dirty="0"/>
              <a:t>……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715E25B-A10D-4352-5C3B-1B6DF78DB97B}"/>
              </a:ext>
            </a:extLst>
          </p:cNvPr>
          <p:cNvSpPr/>
          <p:nvPr/>
        </p:nvSpPr>
        <p:spPr>
          <a:xfrm>
            <a:off x="370114" y="5650534"/>
            <a:ext cx="2433772" cy="9462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9C8787-AFBD-27D7-0563-6A5938B07A91}"/>
              </a:ext>
            </a:extLst>
          </p:cNvPr>
          <p:cNvSpPr txBox="1"/>
          <p:nvPr/>
        </p:nvSpPr>
        <p:spPr>
          <a:xfrm>
            <a:off x="766656" y="5650534"/>
            <a:ext cx="95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Human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0122E3-DAA0-921A-658A-36C35AD5EDB8}"/>
              </a:ext>
            </a:extLst>
          </p:cNvPr>
          <p:cNvSpPr txBox="1"/>
          <p:nvPr/>
        </p:nvSpPr>
        <p:spPr>
          <a:xfrm>
            <a:off x="425927" y="5950494"/>
            <a:ext cx="16495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200" dirty="0"/>
              <a:t>age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200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200" dirty="0"/>
              <a:t>consumption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1200" dirty="0"/>
              <a:t>……</a:t>
            </a:r>
          </a:p>
        </p:txBody>
      </p:sp>
      <p:pic>
        <p:nvPicPr>
          <p:cNvPr id="26" name="Picture 2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88A16F2-6173-4C7D-C2F7-437C8F1C13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/>
          <a:stretch/>
        </p:blipFill>
        <p:spPr>
          <a:xfrm>
            <a:off x="6228963" y="901198"/>
            <a:ext cx="4903199" cy="2451600"/>
          </a:xfrm>
          <a:prstGeom prst="rect">
            <a:avLst/>
          </a:prstGeom>
        </p:spPr>
      </p:pic>
      <p:pic>
        <p:nvPicPr>
          <p:cNvPr id="28" name="Picture 27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B5313340-1FE3-F0EE-D781-83606186E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536" y="3660575"/>
            <a:ext cx="3810051" cy="268944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9E6A285-7FE8-65EA-ADB8-1F2F14B0D44A}"/>
              </a:ext>
            </a:extLst>
          </p:cNvPr>
          <p:cNvSpPr/>
          <p:nvPr/>
        </p:nvSpPr>
        <p:spPr>
          <a:xfrm>
            <a:off x="261631" y="261175"/>
            <a:ext cx="2656113" cy="57695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b="1" dirty="0"/>
              <a:t>Input</a:t>
            </a:r>
          </a:p>
          <a:p>
            <a:pPr algn="ctr"/>
            <a:r>
              <a:rPr lang="en-CN" sz="1200" dirty="0"/>
              <a:t>Default parameters can be revised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4D95A-9CFE-AF1F-73F5-939E2D23C430}"/>
              </a:ext>
            </a:extLst>
          </p:cNvPr>
          <p:cNvSpPr/>
          <p:nvPr/>
        </p:nvSpPr>
        <p:spPr>
          <a:xfrm>
            <a:off x="3380187" y="261175"/>
            <a:ext cx="8387264" cy="57695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b="1" dirty="0"/>
              <a:t>Output</a:t>
            </a:r>
          </a:p>
          <a:p>
            <a:pPr algn="ctr"/>
            <a:r>
              <a:rPr lang="en-CN" sz="1200" dirty="0"/>
              <a:t>Dataset (csv file), Interactive dashboard</a:t>
            </a:r>
          </a:p>
        </p:txBody>
      </p:sp>
      <p:pic>
        <p:nvPicPr>
          <p:cNvPr id="34" name="Picture 33" descr="A screenshot of a graph&#10;&#10;AI-generated content may be incorrect.">
            <a:extLst>
              <a:ext uri="{FF2B5EF4-FFF2-40B4-BE49-F238E27FC236}">
                <a16:creationId xmlns:a16="http://schemas.microsoft.com/office/drawing/2014/main" id="{C94364E8-8561-02D5-4069-F9E87AC84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204" y="1967272"/>
            <a:ext cx="2452416" cy="245241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DA18952-406E-9D9C-16F5-BB230E7F357F}"/>
              </a:ext>
            </a:extLst>
          </p:cNvPr>
          <p:cNvSpPr txBox="1"/>
          <p:nvPr/>
        </p:nvSpPr>
        <p:spPr>
          <a:xfrm>
            <a:off x="3905703" y="4419688"/>
            <a:ext cx="1713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/>
              <a:t>Plant concentration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13A1B7-CEF8-91F4-050B-4CB59EF2FE19}"/>
              </a:ext>
            </a:extLst>
          </p:cNvPr>
          <p:cNvSpPr txBox="1"/>
          <p:nvPr/>
        </p:nvSpPr>
        <p:spPr>
          <a:xfrm>
            <a:off x="7157805" y="3352798"/>
            <a:ext cx="3045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/>
              <a:t>Animal compartment concentrations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7B7A7E-C756-51DB-8FE7-D6E2C16F2155}"/>
              </a:ext>
            </a:extLst>
          </p:cNvPr>
          <p:cNvSpPr txBox="1"/>
          <p:nvPr/>
        </p:nvSpPr>
        <p:spPr>
          <a:xfrm>
            <a:off x="7426051" y="6350023"/>
            <a:ext cx="2509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/>
              <a:t>Human Exposure Assessment</a:t>
            </a:r>
          </a:p>
        </p:txBody>
      </p:sp>
    </p:spTree>
    <p:extLst>
      <p:ext uri="{BB962C8B-B14F-4D97-AF65-F5344CB8AC3E}">
        <p14:creationId xmlns:p14="http://schemas.microsoft.com/office/powerpoint/2010/main" val="3347741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123</Words>
  <Application>Microsoft Macintosh PowerPoint</Application>
  <PresentationFormat>Widescreen</PresentationFormat>
  <Paragraphs>44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稼禾 田</dc:creator>
  <cp:lastModifiedBy>稼禾 田</cp:lastModifiedBy>
  <cp:revision>6</cp:revision>
  <dcterms:created xsi:type="dcterms:W3CDTF">2025-03-10T12:31:15Z</dcterms:created>
  <dcterms:modified xsi:type="dcterms:W3CDTF">2025-03-26T12:58:57Z</dcterms:modified>
</cp:coreProperties>
</file>