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/>
    <p:restoredTop sz="94718"/>
  </p:normalViewPr>
  <p:slideViewPr>
    <p:cSldViewPr snapToGrid="0">
      <p:cViewPr varScale="1">
        <p:scale>
          <a:sx n="117" d="100"/>
          <a:sy n="117" d="100"/>
        </p:scale>
        <p:origin x="7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09D30-1DF9-6445-9A06-45B3C4911625}" type="datetimeFigureOut">
              <a:rPr lang="en-CN" smtClean="0"/>
              <a:t>2025/4/14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C68A6-0AD7-1847-82AD-3EDDBD91D1B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65914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C68A6-0AD7-1847-82AD-3EDDBD91D1BA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162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B2907-027B-20C4-916A-2B72E26A2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B154E-4264-184E-533E-5D638A468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051E3-7657-EBB8-CF3A-984DE24F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1B2F-95AE-6A4D-9D9C-C61793119CAC}" type="datetimeFigureOut">
              <a:rPr lang="en-CN" smtClean="0"/>
              <a:t>2025/4/14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B7803-AD1E-435B-C5E5-76EAAAE03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53B7B-69BC-E9CD-94FD-5AD6212D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3F44-FB90-8247-889B-8FAC85A82A2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311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957E-A8B4-F903-8F81-52867375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BC3BC-4C98-0FE1-F69D-15B89192E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C24FE-1CBF-784E-65E3-215FE8A8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1B2F-95AE-6A4D-9D9C-C61793119CAC}" type="datetimeFigureOut">
              <a:rPr lang="en-CN" smtClean="0"/>
              <a:t>2025/4/14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3398-9153-18FF-C1D1-7051A3F4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A49F8-C399-464B-8DF0-1C7BD9B7C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3F44-FB90-8247-889B-8FAC85A82A2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456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5191-B1CD-9E1B-7DF0-E712EF264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2305C-3E65-193F-56A3-3F56583D8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BC476-C366-C8D5-C5AE-0B0AB157E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1B2F-95AE-6A4D-9D9C-C61793119CAC}" type="datetimeFigureOut">
              <a:rPr lang="en-CN" smtClean="0"/>
              <a:t>2025/4/14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B543F-893C-2CD3-3D5A-1873997B8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F6F4E-67B7-6F3E-CBD5-E913BE23D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3F44-FB90-8247-889B-8FAC85A82A2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8526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44F3-FF2B-38FD-BB87-0EF9A1AEA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1C805-9205-26A1-FA1A-E58C708F7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74F50-D3EB-C65D-CC78-B2C9A8250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687B9-579F-1A25-3221-134F36E3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1B2F-95AE-6A4D-9D9C-C61793119CAC}" type="datetimeFigureOut">
              <a:rPr lang="en-CN" smtClean="0"/>
              <a:t>2025/4/14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CE85E-AEED-4506-CEB9-1F0858FD6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FE761-81CB-06F5-C0EB-2A2F7ED7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3F44-FB90-8247-889B-8FAC85A82A2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4419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0A806-3D69-F14C-5294-73DCCCF7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238EF-2252-CBB6-E124-7CA8717A7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4F375-5139-5140-F703-8E1E59193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044E9-3B48-61B0-B089-7725766DC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A8F8BF-0B63-0706-7294-C235C222E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DDB4B6-DF88-70A2-554A-8C84D7E9F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1B2F-95AE-6A4D-9D9C-C61793119CAC}" type="datetimeFigureOut">
              <a:rPr lang="en-CN" smtClean="0"/>
              <a:t>2025/4/14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9A0164-4DC1-9D53-8BB6-1DA44ACF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9B7457-C182-AEB4-A3C6-3D3F9559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3F44-FB90-8247-889B-8FAC85A82A2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7127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C49C-DC4A-BDE0-456D-86F9D60D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EEBBE-8312-7D65-B29F-74E0741F0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1B2F-95AE-6A4D-9D9C-C61793119CAC}" type="datetimeFigureOut">
              <a:rPr lang="en-CN" smtClean="0"/>
              <a:t>2025/4/14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45AC5-A9A9-8E0C-1085-E03E97BC2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26F6E-7356-CA11-F27D-2F1C0527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3F44-FB90-8247-889B-8FAC85A82A2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73680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3BF86A-5C6B-0E00-AFB2-C24A015E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1B2F-95AE-6A4D-9D9C-C61793119CAC}" type="datetimeFigureOut">
              <a:rPr lang="en-CN" smtClean="0"/>
              <a:t>2025/4/14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DE8B0-6B93-5BCE-BEBA-F349B8244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4304E-7D32-0DA4-37C1-9709F3FA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3F44-FB90-8247-889B-8FAC85A82A2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597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1A754-D3A3-AF9C-06E7-9C4A2CEDE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97338-DC4B-7AA9-C476-10C984F0A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5FE9D-6B2C-FC11-47B4-151B71704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858BE-B598-B80F-6A5E-9CF160EF4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1B2F-95AE-6A4D-9D9C-C61793119CAC}" type="datetimeFigureOut">
              <a:rPr lang="en-CN" smtClean="0"/>
              <a:t>2025/4/14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0483A-FC75-4615-147F-B3FCC6CDB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E04F7-1DDB-A9E1-FF4A-683A73E7B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3F44-FB90-8247-889B-8FAC85A82A2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0423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77C5F-411C-E608-99C5-1A5B6774D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C9A15-E535-A5AB-4594-B36BBF6525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5F489-6309-5E14-E7F7-8BA1D28F6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AC725-D0D5-DA1D-E79A-B0CE05F4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1B2F-95AE-6A4D-9D9C-C61793119CAC}" type="datetimeFigureOut">
              <a:rPr lang="en-CN" smtClean="0"/>
              <a:t>2025/4/14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D2040-AA58-71E7-D08C-8EF8AB9A9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31E00-4034-11FA-986C-53EC2B248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3F44-FB90-8247-889B-8FAC85A82A2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2970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1C0F-2694-A48E-D289-2F8026CE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B4CBB1-BA53-DD79-0616-544DEFCC2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F671F-0E6A-5F7A-885E-0FFF23BC6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1B2F-95AE-6A4D-9D9C-C61793119CAC}" type="datetimeFigureOut">
              <a:rPr lang="en-CN" smtClean="0"/>
              <a:t>2025/4/14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BFFB3-5C47-BC45-4A4D-E49FD3D22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DDF5A-6073-C00E-1C16-6DB8ACF7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3F44-FB90-8247-889B-8FAC85A82A2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89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B92E23-B9FB-930B-16E7-7B3B6F568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41CE74-94BA-DB7A-B629-3A5E17F95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BD983-A1D3-B95E-52B3-7C5E08AF5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1B2F-95AE-6A4D-9D9C-C61793119CAC}" type="datetimeFigureOut">
              <a:rPr lang="en-CN" smtClean="0"/>
              <a:t>2025/4/14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AE3AF-464D-6F1A-AF78-CEE63F3D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D892B-8865-B959-E3DB-CB50FE00E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3F44-FB90-8247-889B-8FAC85A82A2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2030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FCAD14-ACBE-14E8-CD00-4E6D9AC34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81AAC-2D78-7724-2FAD-B1559FE33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C9C82-100F-6FCA-F193-683BD646B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521B2F-95AE-6A4D-9D9C-C61793119CAC}" type="datetimeFigureOut">
              <a:rPr lang="en-CN" smtClean="0"/>
              <a:t>2025/4/14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1E46C-BD6A-FE1C-645C-C45E7CF9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165F-1AC7-D2A2-3ED3-2FE32C1CE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23F44-FB90-8247-889B-8FAC85A82A2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8323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4C065C-0830-C1F7-A362-23F135785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45" y="0"/>
            <a:ext cx="5487362" cy="3980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BEEAB0-2AAD-B0DA-9CD6-9FF1C8A08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03879"/>
            <a:ext cx="5602056" cy="3476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924719-F5AA-FA62-7604-3983A0F9A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8286" y="4020502"/>
            <a:ext cx="4684274" cy="2837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BC6AB4-726F-8A6C-0591-A3B03F3915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445" y="4020502"/>
            <a:ext cx="4684276" cy="28374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140CB8-5D39-EA30-434A-8F1E7384CD8F}"/>
              </a:ext>
            </a:extLst>
          </p:cNvPr>
          <p:cNvSpPr txBox="1"/>
          <p:nvPr/>
        </p:nvSpPr>
        <p:spPr>
          <a:xfrm>
            <a:off x="5767450" y="94664"/>
            <a:ext cx="197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Single Application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D1F762-1DB6-9499-A896-9004E34D05DF}"/>
              </a:ext>
            </a:extLst>
          </p:cNvPr>
          <p:cNvSpPr txBox="1"/>
          <p:nvPr/>
        </p:nvSpPr>
        <p:spPr>
          <a:xfrm>
            <a:off x="244791" y="4543016"/>
            <a:ext cx="1431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Multiple </a:t>
            </a:r>
          </a:p>
          <a:p>
            <a:r>
              <a:rPr lang="en-CN" dirty="0"/>
              <a:t>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CE1087-D1D1-8727-9D7A-CD7D889F56EB}"/>
              </a:ext>
            </a:extLst>
          </p:cNvPr>
          <p:cNvSpPr txBox="1"/>
          <p:nvPr/>
        </p:nvSpPr>
        <p:spPr>
          <a:xfrm>
            <a:off x="1845751" y="3363684"/>
            <a:ext cx="1049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homogeneity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D479AB-CC91-2988-9F93-C8A0706B18F4}"/>
              </a:ext>
            </a:extLst>
          </p:cNvPr>
          <p:cNvSpPr txBox="1"/>
          <p:nvPr/>
        </p:nvSpPr>
        <p:spPr>
          <a:xfrm>
            <a:off x="852032" y="3372740"/>
            <a:ext cx="10943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heterogene</a:t>
            </a:r>
            <a:r>
              <a:rPr lang="en-CN" sz="1200" dirty="0"/>
              <a:t>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FC47E5-5FA3-AE89-CAF0-AA995B3078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503879"/>
            <a:ext cx="5674783" cy="34374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58F737E-2826-6A99-701A-8E13B341C4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8286" y="4003403"/>
            <a:ext cx="4684274" cy="283749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A6D232F-DA32-F40B-F6C2-21A8412BB2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4445" y="4000240"/>
            <a:ext cx="4684278" cy="283749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9695AC6-E556-F64F-63BF-34FE43631C0E}"/>
              </a:ext>
            </a:extLst>
          </p:cNvPr>
          <p:cNvSpPr txBox="1"/>
          <p:nvPr/>
        </p:nvSpPr>
        <p:spPr>
          <a:xfrm>
            <a:off x="4145280" y="586740"/>
            <a:ext cx="946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(Top</a:t>
            </a:r>
            <a:r>
              <a:rPr lang="zh-CN" altLang="en-US" sz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en-US" sz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cm)</a:t>
            </a:r>
            <a:endParaRPr lang="en-CN" sz="1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098CB10-A940-12A9-2EED-07DBF3ABA0CF}"/>
              </a:ext>
            </a:extLst>
          </p:cNvPr>
          <p:cNvSpPr/>
          <p:nvPr/>
        </p:nvSpPr>
        <p:spPr>
          <a:xfrm>
            <a:off x="1422558" y="661721"/>
            <a:ext cx="104092" cy="10409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D006FF-FA45-082E-4C87-6DB60A564E8E}"/>
              </a:ext>
            </a:extLst>
          </p:cNvPr>
          <p:cNvSpPr/>
          <p:nvPr/>
        </p:nvSpPr>
        <p:spPr>
          <a:xfrm>
            <a:off x="2266225" y="658768"/>
            <a:ext cx="104092" cy="10409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6911A6-CA57-D640-1908-C8F279F9D7B5}"/>
              </a:ext>
            </a:extLst>
          </p:cNvPr>
          <p:cNvSpPr txBox="1"/>
          <p:nvPr/>
        </p:nvSpPr>
        <p:spPr>
          <a:xfrm>
            <a:off x="-42998" y="569486"/>
            <a:ext cx="12118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point 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3DA356C-CEF5-C0B9-2260-6F417A7E7056}"/>
              </a:ext>
            </a:extLst>
          </p:cNvPr>
          <p:cNvSpPr/>
          <p:nvPr/>
        </p:nvSpPr>
        <p:spPr>
          <a:xfrm>
            <a:off x="1417949" y="3297948"/>
            <a:ext cx="104092" cy="10409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0A513FD-45E9-0EE6-94D1-7C3DA60BE743}"/>
              </a:ext>
            </a:extLst>
          </p:cNvPr>
          <p:cNvSpPr/>
          <p:nvPr/>
        </p:nvSpPr>
        <p:spPr>
          <a:xfrm>
            <a:off x="2261616" y="3294995"/>
            <a:ext cx="104092" cy="10409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EE7487-27AC-7090-5F21-E767FFA5C61A}"/>
              </a:ext>
            </a:extLst>
          </p:cNvPr>
          <p:cNvSpPr txBox="1"/>
          <p:nvPr/>
        </p:nvSpPr>
        <p:spPr>
          <a:xfrm>
            <a:off x="-47607" y="3093125"/>
            <a:ext cx="12118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point 2</a:t>
            </a:r>
          </a:p>
        </p:txBody>
      </p:sp>
    </p:spTree>
    <p:extLst>
      <p:ext uri="{BB962C8B-B14F-4D97-AF65-F5344CB8AC3E}">
        <p14:creationId xmlns:p14="http://schemas.microsoft.com/office/powerpoint/2010/main" val="719380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4076</TotalTime>
  <Words>19</Words>
  <Application>Microsoft Macintosh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稼禾 田</dc:creator>
  <cp:lastModifiedBy>稼禾 田</cp:lastModifiedBy>
  <cp:revision>2</cp:revision>
  <dcterms:created xsi:type="dcterms:W3CDTF">2025-04-09T14:01:25Z</dcterms:created>
  <dcterms:modified xsi:type="dcterms:W3CDTF">2025-04-15T04:24:02Z</dcterms:modified>
</cp:coreProperties>
</file>