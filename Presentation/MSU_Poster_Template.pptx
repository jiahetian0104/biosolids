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6"/>
  </p:notesMasterIdLst>
  <p:sldIdLst>
    <p:sldId id="280" r:id="rId5"/>
  </p:sldIdLst>
  <p:sldSz cx="38404800" cy="292608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9216">
          <p15:clr>
            <a:srgbClr val="A4A3A4"/>
          </p15:clr>
        </p15:guide>
        <p15:guide id="2" pos="1209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2A8981-21A5-E2F3-585F-FB1CE07BF602}" name="Carignan, Courtney" initials="CC" userId="S::carigna4@msu.edu::dff47180-0ebe-48a7-95d8-edb43580ee3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4D39"/>
    <a:srgbClr val="000000"/>
    <a:srgbClr val="F86C0C"/>
    <a:srgbClr val="A9D18E"/>
    <a:srgbClr val="486263"/>
    <a:srgbClr val="163E34"/>
    <a:srgbClr val="C5E0B4"/>
    <a:srgbClr val="F6D3C4"/>
    <a:srgbClr val="CE7C7C"/>
    <a:srgbClr val="6DBA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FC5986-9B8F-914A-BC4C-47D831BBFC46}" v="92" dt="2026-05-22T17:20:58.1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78" autoAdjust="0"/>
    <p:restoredTop sz="94673"/>
  </p:normalViewPr>
  <p:slideViewPr>
    <p:cSldViewPr snapToGrid="0">
      <p:cViewPr>
        <p:scale>
          <a:sx n="47" d="100"/>
          <a:sy n="47" d="100"/>
        </p:scale>
        <p:origin x="144" y="48"/>
      </p:cViewPr>
      <p:guideLst>
        <p:guide orient="horz" pos="9216"/>
        <p:guide pos="12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ignan, Courtney" userId="dff47180-0ebe-48a7-95d8-edb43580ee39" providerId="ADAL" clId="{4694008A-D07F-42B5-8F9A-DBC22523D367}"/>
    <pc:docChg chg="undo redo custSel addSld delSld modSld sldOrd">
      <pc:chgData name="Carignan, Courtney" userId="dff47180-0ebe-48a7-95d8-edb43580ee39" providerId="ADAL" clId="{4694008A-D07F-42B5-8F9A-DBC22523D367}" dt="2026-04-29T20:14:56.907" v="4367" actId="47"/>
      <pc:docMkLst>
        <pc:docMk/>
      </pc:docMkLst>
      <pc:sldChg chg="addSp delSp modSp mod ord modCm modNotesTx">
        <pc:chgData name="Carignan, Courtney" userId="dff47180-0ebe-48a7-95d8-edb43580ee39" providerId="ADAL" clId="{4694008A-D07F-42B5-8F9A-DBC22523D367}" dt="2026-04-29T20:13:44.717" v="4364" actId="14100"/>
        <pc:sldMkLst>
          <pc:docMk/>
          <pc:sldMk cId="2253680366" sldId="280"/>
        </pc:sldMkLst>
        <pc:spChg chg="mod">
          <ac:chgData name="Carignan, Courtney" userId="dff47180-0ebe-48a7-95d8-edb43580ee39" providerId="ADAL" clId="{4694008A-D07F-42B5-8F9A-DBC22523D367}" dt="2026-04-28T14:58:46.768" v="3266" actId="1076"/>
          <ac:spMkLst>
            <pc:docMk/>
            <pc:sldMk cId="2253680366" sldId="280"/>
            <ac:spMk id="3" creationId="{0005B80D-CB36-5BD2-7615-0021F4CCD052}"/>
          </ac:spMkLst>
        </pc:spChg>
        <pc:spChg chg="mod">
          <ac:chgData name="Carignan, Courtney" userId="dff47180-0ebe-48a7-95d8-edb43580ee39" providerId="ADAL" clId="{4694008A-D07F-42B5-8F9A-DBC22523D367}" dt="2026-04-28T14:27:49.077" v="675" actId="14100"/>
          <ac:spMkLst>
            <pc:docMk/>
            <pc:sldMk cId="2253680366" sldId="280"/>
            <ac:spMk id="5" creationId="{4AE33218-A6EC-DB8E-EB1E-776D0A75684B}"/>
          </ac:spMkLst>
        </pc:spChg>
        <pc:spChg chg="mod">
          <ac:chgData name="Carignan, Courtney" userId="dff47180-0ebe-48a7-95d8-edb43580ee39" providerId="ADAL" clId="{4694008A-D07F-42B5-8F9A-DBC22523D367}" dt="2026-04-29T20:13:44.717" v="4364" actId="14100"/>
          <ac:spMkLst>
            <pc:docMk/>
            <pc:sldMk cId="2253680366" sldId="280"/>
            <ac:spMk id="9" creationId="{AB44B115-B4DD-F053-6C24-D7ED5C4D02C1}"/>
          </ac:spMkLst>
        </pc:spChg>
        <pc:spChg chg="mod">
          <ac:chgData name="Carignan, Courtney" userId="dff47180-0ebe-48a7-95d8-edb43580ee39" providerId="ADAL" clId="{4694008A-D07F-42B5-8F9A-DBC22523D367}" dt="2026-04-28T14:53:34.003" v="3114" actId="164"/>
          <ac:spMkLst>
            <pc:docMk/>
            <pc:sldMk cId="2253680366" sldId="280"/>
            <ac:spMk id="10" creationId="{8CEB9DB3-484A-1FEE-409D-4A4BE2D70694}"/>
          </ac:spMkLst>
        </pc:spChg>
        <pc:spChg chg="mod">
          <ac:chgData name="Carignan, Courtney" userId="dff47180-0ebe-48a7-95d8-edb43580ee39" providerId="ADAL" clId="{4694008A-D07F-42B5-8F9A-DBC22523D367}" dt="2026-04-29T20:08:49.988" v="4108" actId="20577"/>
          <ac:spMkLst>
            <pc:docMk/>
            <pc:sldMk cId="2253680366" sldId="280"/>
            <ac:spMk id="20" creationId="{C4AFE89C-794A-AB46-F47D-91AFF2CC1B3A}"/>
          </ac:spMkLst>
        </pc:spChg>
        <pc:spChg chg="mod">
          <ac:chgData name="Carignan, Courtney" userId="dff47180-0ebe-48a7-95d8-edb43580ee39" providerId="ADAL" clId="{4694008A-D07F-42B5-8F9A-DBC22523D367}" dt="2026-04-29T20:08:55.634" v="4121" actId="20577"/>
          <ac:spMkLst>
            <pc:docMk/>
            <pc:sldMk cId="2253680366" sldId="280"/>
            <ac:spMk id="21" creationId="{258AB429-D968-E5A0-F935-3B453B7586E9}"/>
          </ac:spMkLst>
        </pc:spChg>
        <pc:spChg chg="mod">
          <ac:chgData name="Carignan, Courtney" userId="dff47180-0ebe-48a7-95d8-edb43580ee39" providerId="ADAL" clId="{4694008A-D07F-42B5-8F9A-DBC22523D367}" dt="2026-04-29T20:11:43.804" v="4330" actId="1076"/>
          <ac:spMkLst>
            <pc:docMk/>
            <pc:sldMk cId="2253680366" sldId="280"/>
            <ac:spMk id="23" creationId="{0203EF6B-8FBD-5859-5D81-B0BEF11F8192}"/>
          </ac:spMkLst>
        </pc:spChg>
        <pc:spChg chg="mod">
          <ac:chgData name="Carignan, Courtney" userId="dff47180-0ebe-48a7-95d8-edb43580ee39" providerId="ADAL" clId="{4694008A-D07F-42B5-8F9A-DBC22523D367}" dt="2026-04-29T20:10:39.762" v="4282" actId="1076"/>
          <ac:spMkLst>
            <pc:docMk/>
            <pc:sldMk cId="2253680366" sldId="280"/>
            <ac:spMk id="32" creationId="{D89C01D5-F225-3DDB-FFD9-2F28B1690410}"/>
          </ac:spMkLst>
        </pc:spChg>
        <pc:spChg chg="add mod">
          <ac:chgData name="Carignan, Courtney" userId="dff47180-0ebe-48a7-95d8-edb43580ee39" providerId="ADAL" clId="{4694008A-D07F-42B5-8F9A-DBC22523D367}" dt="2026-04-28T14:48:36.122" v="2875" actId="14100"/>
          <ac:spMkLst>
            <pc:docMk/>
            <pc:sldMk cId="2253680366" sldId="280"/>
            <ac:spMk id="61" creationId="{3AA6F9E1-8E0B-0F19-C9A4-64F896E7DCAA}"/>
          </ac:spMkLst>
        </pc:spChg>
        <pc:spChg chg="mod">
          <ac:chgData name="Carignan, Courtney" userId="dff47180-0ebe-48a7-95d8-edb43580ee39" providerId="ADAL" clId="{4694008A-D07F-42B5-8F9A-DBC22523D367}" dt="2026-04-29T20:09:43.334" v="4231" actId="20577"/>
          <ac:spMkLst>
            <pc:docMk/>
            <pc:sldMk cId="2253680366" sldId="280"/>
            <ac:spMk id="1030" creationId="{A23456F9-3E49-8C1E-D2CD-6BBB6477CF38}"/>
          </ac:spMkLst>
        </pc:spChg>
        <pc:spChg chg="mod">
          <ac:chgData name="Carignan, Courtney" userId="dff47180-0ebe-48a7-95d8-edb43580ee39" providerId="ADAL" clId="{4694008A-D07F-42B5-8F9A-DBC22523D367}" dt="2026-04-29T20:10:00.950" v="4267" actId="20577"/>
          <ac:spMkLst>
            <pc:docMk/>
            <pc:sldMk cId="2253680366" sldId="280"/>
            <ac:spMk id="3083" creationId="{F3BA12DF-30D2-02FD-05E0-56E371F59D00}"/>
          </ac:spMkLst>
        </pc:spChg>
        <pc:spChg chg="mod">
          <ac:chgData name="Carignan, Courtney" userId="dff47180-0ebe-48a7-95d8-edb43580ee39" providerId="ADAL" clId="{4694008A-D07F-42B5-8F9A-DBC22523D367}" dt="2026-04-29T20:10:12.270" v="4271" actId="20577"/>
          <ac:spMkLst>
            <pc:docMk/>
            <pc:sldMk cId="2253680366" sldId="280"/>
            <ac:spMk id="3084" creationId="{72D155AE-38EE-43E0-8B71-93AF03552462}"/>
          </ac:spMkLst>
        </pc:spChg>
        <pc:spChg chg="mod">
          <ac:chgData name="Carignan, Courtney" userId="dff47180-0ebe-48a7-95d8-edb43580ee39" providerId="ADAL" clId="{4694008A-D07F-42B5-8F9A-DBC22523D367}" dt="2026-04-29T20:09:23.805" v="4189" actId="20577"/>
          <ac:spMkLst>
            <pc:docMk/>
            <pc:sldMk cId="2253680366" sldId="280"/>
            <ac:spMk id="3087" creationId="{E56B40AE-D2F5-370C-4F89-BAC30C18E280}"/>
          </ac:spMkLst>
        </pc:spChg>
        <pc:spChg chg="mod">
          <ac:chgData name="Carignan, Courtney" userId="dff47180-0ebe-48a7-95d8-edb43580ee39" providerId="ADAL" clId="{4694008A-D07F-42B5-8F9A-DBC22523D367}" dt="2026-04-29T20:11:59.541" v="4333" actId="404"/>
          <ac:spMkLst>
            <pc:docMk/>
            <pc:sldMk cId="2253680366" sldId="280"/>
            <ac:spMk id="3089" creationId="{24A94AFF-DAED-E373-06E9-0F28844BC8AD}"/>
          </ac:spMkLst>
        </pc:spChg>
        <pc:spChg chg="mod">
          <ac:chgData name="Carignan, Courtney" userId="dff47180-0ebe-48a7-95d8-edb43580ee39" providerId="ADAL" clId="{4694008A-D07F-42B5-8F9A-DBC22523D367}" dt="2026-04-29T20:09:30.173" v="4194" actId="20577"/>
          <ac:spMkLst>
            <pc:docMk/>
            <pc:sldMk cId="2253680366" sldId="280"/>
            <ac:spMk id="3090" creationId="{465397E7-67B4-7E5F-32D3-BD7CF9DAC4FD}"/>
          </ac:spMkLst>
        </pc:spChg>
        <pc:spChg chg="mod">
          <ac:chgData name="Carignan, Courtney" userId="dff47180-0ebe-48a7-95d8-edb43580ee39" providerId="ADAL" clId="{4694008A-D07F-42B5-8F9A-DBC22523D367}" dt="2026-04-29T20:09:56.372" v="4262" actId="20577"/>
          <ac:spMkLst>
            <pc:docMk/>
            <pc:sldMk cId="2253680366" sldId="280"/>
            <ac:spMk id="3093" creationId="{8B5A4292-CC56-D717-69F5-9B98320686E1}"/>
          </ac:spMkLst>
        </pc:spChg>
        <pc:spChg chg="mod">
          <ac:chgData name="Carignan, Courtney" userId="dff47180-0ebe-48a7-95d8-edb43580ee39" providerId="ADAL" clId="{4694008A-D07F-42B5-8F9A-DBC22523D367}" dt="2026-04-29T20:11:48.581" v="4331" actId="1076"/>
          <ac:spMkLst>
            <pc:docMk/>
            <pc:sldMk cId="2253680366" sldId="280"/>
            <ac:spMk id="3094" creationId="{E5C35A94-F9DF-EB94-4915-F67BB98C4E07}"/>
          </ac:spMkLst>
        </pc:spChg>
        <pc:spChg chg="mod">
          <ac:chgData name="Carignan, Courtney" userId="dff47180-0ebe-48a7-95d8-edb43580ee39" providerId="ADAL" clId="{4694008A-D07F-42B5-8F9A-DBC22523D367}" dt="2026-04-29T20:13:08.445" v="4360" actId="6549"/>
          <ac:spMkLst>
            <pc:docMk/>
            <pc:sldMk cId="2253680366" sldId="280"/>
            <ac:spMk id="3104" creationId="{872A38C6-AFEB-2701-902F-DFE803BF2C9B}"/>
          </ac:spMkLst>
        </pc:spChg>
        <pc:extLst>
          <p:ext xmlns:p="http://schemas.openxmlformats.org/presentationml/2006/main" uri="{D6D511B9-2390-475A-947B-AFAB55BFBCF1}">
            <pc226:cmChg xmlns:pc226="http://schemas.microsoft.com/office/powerpoint/2022/06/main/command" chg="mod">
              <pc226:chgData name="Carignan, Courtney" userId="dff47180-0ebe-48a7-95d8-edb43580ee39" providerId="ADAL" clId="{4694008A-D07F-42B5-8F9A-DBC22523D367}" dt="2026-04-28T14:43:10.656" v="2667" actId="478"/>
              <pc2:cmMkLst xmlns:pc2="http://schemas.microsoft.com/office/powerpoint/2019/9/main/command">
                <pc:docMk/>
                <pc:sldMk cId="2253680366" sldId="280"/>
                <pc2:cmMk id="{75554363-BBAC-4812-91E8-DD4DF3C64CC3}"/>
              </pc2:cmMkLst>
            </pc226:cmChg>
          </p:ext>
        </pc:extLst>
      </pc:sldChg>
    </pc:docChg>
  </pc:docChgLst>
  <pc:docChgLst>
    <pc:chgData name="Tian, Jiahe" userId="9b248cb4-e481-44ff-b1b0-af8a80db8948" providerId="ADAL" clId="{165694EF-4DAD-5B80-B123-CA025C5C68B2}"/>
    <pc:docChg chg="undo custSel modSld">
      <pc:chgData name="Tian, Jiahe" userId="9b248cb4-e481-44ff-b1b0-af8a80db8948" providerId="ADAL" clId="{165694EF-4DAD-5B80-B123-CA025C5C68B2}" dt="2026-05-22T17:21:38.856" v="476" actId="14100"/>
      <pc:docMkLst>
        <pc:docMk/>
      </pc:docMkLst>
      <pc:sldChg chg="addSp delSp modSp mod">
        <pc:chgData name="Tian, Jiahe" userId="9b248cb4-e481-44ff-b1b0-af8a80db8948" providerId="ADAL" clId="{165694EF-4DAD-5B80-B123-CA025C5C68B2}" dt="2026-05-22T17:21:38.856" v="476" actId="14100"/>
        <pc:sldMkLst>
          <pc:docMk/>
          <pc:sldMk cId="2253680366" sldId="280"/>
        </pc:sldMkLst>
        <pc:spChg chg="mod">
          <ac:chgData name="Tian, Jiahe" userId="9b248cb4-e481-44ff-b1b0-af8a80db8948" providerId="ADAL" clId="{165694EF-4DAD-5B80-B123-CA025C5C68B2}" dt="2026-05-22T16:05:57.499" v="294" actId="14100"/>
          <ac:spMkLst>
            <pc:docMk/>
            <pc:sldMk cId="2253680366" sldId="280"/>
            <ac:spMk id="2" creationId="{26AF7527-8047-9CF9-0CD9-1E4C3E02FE9A}"/>
          </ac:spMkLst>
        </pc:spChg>
        <pc:spChg chg="mod">
          <ac:chgData name="Tian, Jiahe" userId="9b248cb4-e481-44ff-b1b0-af8a80db8948" providerId="ADAL" clId="{165694EF-4DAD-5B80-B123-CA025C5C68B2}" dt="2026-05-22T16:06:16.568" v="312" actId="1036"/>
          <ac:spMkLst>
            <pc:docMk/>
            <pc:sldMk cId="2253680366" sldId="280"/>
            <ac:spMk id="4" creationId="{9E72218F-2211-D5DA-3DA5-FBAD4077C0B6}"/>
          </ac:spMkLst>
        </pc:spChg>
        <pc:spChg chg="mod">
          <ac:chgData name="Tian, Jiahe" userId="9b248cb4-e481-44ff-b1b0-af8a80db8948" providerId="ADAL" clId="{165694EF-4DAD-5B80-B123-CA025C5C68B2}" dt="2026-05-22T16:06:32.074" v="327" actId="14100"/>
          <ac:spMkLst>
            <pc:docMk/>
            <pc:sldMk cId="2253680366" sldId="280"/>
            <ac:spMk id="5" creationId="{4AE33218-A6EC-DB8E-EB1E-776D0A75684B}"/>
          </ac:spMkLst>
        </pc:spChg>
        <pc:spChg chg="add mod">
          <ac:chgData name="Tian, Jiahe" userId="9b248cb4-e481-44ff-b1b0-af8a80db8948" providerId="ADAL" clId="{165694EF-4DAD-5B80-B123-CA025C5C68B2}" dt="2026-05-22T17:16:03.347" v="432" actId="1076"/>
          <ac:spMkLst>
            <pc:docMk/>
            <pc:sldMk cId="2253680366" sldId="280"/>
            <ac:spMk id="7" creationId="{B9CA6458-0E41-F689-89A3-C24A5FEBFC4F}"/>
          </ac:spMkLst>
        </pc:spChg>
        <pc:spChg chg="add mod">
          <ac:chgData name="Tian, Jiahe" userId="9b248cb4-e481-44ff-b1b0-af8a80db8948" providerId="ADAL" clId="{165694EF-4DAD-5B80-B123-CA025C5C68B2}" dt="2026-05-15T17:55:26.112" v="94" actId="1076"/>
          <ac:spMkLst>
            <pc:docMk/>
            <pc:sldMk cId="2253680366" sldId="280"/>
            <ac:spMk id="8" creationId="{C83B2A98-D60A-746A-A889-7FBFC508A924}"/>
          </ac:spMkLst>
        </pc:spChg>
        <pc:spChg chg="mod">
          <ac:chgData name="Tian, Jiahe" userId="9b248cb4-e481-44ff-b1b0-af8a80db8948" providerId="ADAL" clId="{165694EF-4DAD-5B80-B123-CA025C5C68B2}" dt="2026-05-22T16:06:16.568" v="312" actId="1036"/>
          <ac:spMkLst>
            <pc:docMk/>
            <pc:sldMk cId="2253680366" sldId="280"/>
            <ac:spMk id="11" creationId="{729D2F43-8E08-6B57-B0B3-B4682D040BF0}"/>
          </ac:spMkLst>
        </pc:spChg>
        <pc:spChg chg="add mod">
          <ac:chgData name="Tian, Jiahe" userId="9b248cb4-e481-44ff-b1b0-af8a80db8948" providerId="ADAL" clId="{165694EF-4DAD-5B80-B123-CA025C5C68B2}" dt="2026-05-22T17:15:38.373" v="431" actId="14100"/>
          <ac:spMkLst>
            <pc:docMk/>
            <pc:sldMk cId="2253680366" sldId="280"/>
            <ac:spMk id="13" creationId="{57413624-F152-343B-B1D2-393251A1F2B7}"/>
          </ac:spMkLst>
        </pc:spChg>
        <pc:spChg chg="add mod">
          <ac:chgData name="Tian, Jiahe" userId="9b248cb4-e481-44ff-b1b0-af8a80db8948" providerId="ADAL" clId="{165694EF-4DAD-5B80-B123-CA025C5C68B2}" dt="2026-05-22T17:21:38.856" v="476" actId="14100"/>
          <ac:spMkLst>
            <pc:docMk/>
            <pc:sldMk cId="2253680366" sldId="280"/>
            <ac:spMk id="14" creationId="{894A9A1E-9511-C6E8-41D9-FDF85A5637D5}"/>
          </ac:spMkLst>
        </pc:spChg>
        <pc:spChg chg="mod">
          <ac:chgData name="Tian, Jiahe" userId="9b248cb4-e481-44ff-b1b0-af8a80db8948" providerId="ADAL" clId="{165694EF-4DAD-5B80-B123-CA025C5C68B2}" dt="2026-05-22T16:06:22.426" v="326" actId="1035"/>
          <ac:spMkLst>
            <pc:docMk/>
            <pc:sldMk cId="2253680366" sldId="280"/>
            <ac:spMk id="20" creationId="{C4AFE89C-794A-AB46-F47D-91AFF2CC1B3A}"/>
          </ac:spMkLst>
        </pc:spChg>
        <pc:spChg chg="mod">
          <ac:chgData name="Tian, Jiahe" userId="9b248cb4-e481-44ff-b1b0-af8a80db8948" providerId="ADAL" clId="{165694EF-4DAD-5B80-B123-CA025C5C68B2}" dt="2026-05-22T16:06:16.568" v="312" actId="1036"/>
          <ac:spMkLst>
            <pc:docMk/>
            <pc:sldMk cId="2253680366" sldId="280"/>
            <ac:spMk id="21" creationId="{258AB429-D968-E5A0-F935-3B453B7586E9}"/>
          </ac:spMkLst>
        </pc:spChg>
        <pc:spChg chg="mod">
          <ac:chgData name="Tian, Jiahe" userId="9b248cb4-e481-44ff-b1b0-af8a80db8948" providerId="ADAL" clId="{165694EF-4DAD-5B80-B123-CA025C5C68B2}" dt="2026-05-22T17:16:37.137" v="434" actId="1076"/>
          <ac:spMkLst>
            <pc:docMk/>
            <pc:sldMk cId="2253680366" sldId="280"/>
            <ac:spMk id="23" creationId="{0203EF6B-8FBD-5859-5D81-B0BEF11F8192}"/>
          </ac:spMkLst>
        </pc:spChg>
        <pc:spChg chg="mod">
          <ac:chgData name="Tian, Jiahe" userId="9b248cb4-e481-44ff-b1b0-af8a80db8948" providerId="ADAL" clId="{165694EF-4DAD-5B80-B123-CA025C5C68B2}" dt="2026-05-22T16:06:16.568" v="312" actId="1036"/>
          <ac:spMkLst>
            <pc:docMk/>
            <pc:sldMk cId="2253680366" sldId="280"/>
            <ac:spMk id="32" creationId="{D89C01D5-F225-3DDB-FFD9-2F28B1690410}"/>
          </ac:spMkLst>
        </pc:spChg>
        <pc:spChg chg="mod">
          <ac:chgData name="Tian, Jiahe" userId="9b248cb4-e481-44ff-b1b0-af8a80db8948" providerId="ADAL" clId="{165694EF-4DAD-5B80-B123-CA025C5C68B2}" dt="2026-05-22T17:17:26.313" v="439" actId="14100"/>
          <ac:spMkLst>
            <pc:docMk/>
            <pc:sldMk cId="2253680366" sldId="280"/>
            <ac:spMk id="1030" creationId="{A23456F9-3E49-8C1E-D2CD-6BBB6477CF38}"/>
          </ac:spMkLst>
        </pc:spChg>
        <pc:spChg chg="mod">
          <ac:chgData name="Tian, Jiahe" userId="9b248cb4-e481-44ff-b1b0-af8a80db8948" providerId="ADAL" clId="{165694EF-4DAD-5B80-B123-CA025C5C68B2}" dt="2026-05-22T16:05:44.181" v="265" actId="1036"/>
          <ac:spMkLst>
            <pc:docMk/>
            <pc:sldMk cId="2253680366" sldId="280"/>
            <ac:spMk id="3083" creationId="{F3BA12DF-30D2-02FD-05E0-56E371F59D00}"/>
          </ac:spMkLst>
        </pc:spChg>
        <pc:spChg chg="mod">
          <ac:chgData name="Tian, Jiahe" userId="9b248cb4-e481-44ff-b1b0-af8a80db8948" providerId="ADAL" clId="{165694EF-4DAD-5B80-B123-CA025C5C68B2}" dt="2026-05-22T16:05:53.061" v="293" actId="1035"/>
          <ac:spMkLst>
            <pc:docMk/>
            <pc:sldMk cId="2253680366" sldId="280"/>
            <ac:spMk id="3084" creationId="{72D155AE-38EE-43E0-8B71-93AF03552462}"/>
          </ac:spMkLst>
        </pc:spChg>
        <pc:spChg chg="mod">
          <ac:chgData name="Tian, Jiahe" userId="9b248cb4-e481-44ff-b1b0-af8a80db8948" providerId="ADAL" clId="{165694EF-4DAD-5B80-B123-CA025C5C68B2}" dt="2026-05-22T17:12:03.888" v="375" actId="20577"/>
          <ac:spMkLst>
            <pc:docMk/>
            <pc:sldMk cId="2253680366" sldId="280"/>
            <ac:spMk id="3087" creationId="{E56B40AE-D2F5-370C-4F89-BAC30C18E280}"/>
          </ac:spMkLst>
        </pc:spChg>
        <pc:spChg chg="mod">
          <ac:chgData name="Tian, Jiahe" userId="9b248cb4-e481-44ff-b1b0-af8a80db8948" providerId="ADAL" clId="{165694EF-4DAD-5B80-B123-CA025C5C68B2}" dt="2026-05-22T17:17:04.313" v="436" actId="1076"/>
          <ac:spMkLst>
            <pc:docMk/>
            <pc:sldMk cId="2253680366" sldId="280"/>
            <ac:spMk id="3089" creationId="{24A94AFF-DAED-E373-06E9-0F28844BC8AD}"/>
          </ac:spMkLst>
        </pc:spChg>
        <pc:spChg chg="mod">
          <ac:chgData name="Tian, Jiahe" userId="9b248cb4-e481-44ff-b1b0-af8a80db8948" providerId="ADAL" clId="{165694EF-4DAD-5B80-B123-CA025C5C68B2}" dt="2026-05-15T17:52:33.221" v="81" actId="20577"/>
          <ac:spMkLst>
            <pc:docMk/>
            <pc:sldMk cId="2253680366" sldId="280"/>
            <ac:spMk id="3090" creationId="{465397E7-67B4-7E5F-32D3-BD7CF9DAC4FD}"/>
          </ac:spMkLst>
        </pc:spChg>
        <pc:spChg chg="mod">
          <ac:chgData name="Tian, Jiahe" userId="9b248cb4-e481-44ff-b1b0-af8a80db8948" providerId="ADAL" clId="{165694EF-4DAD-5B80-B123-CA025C5C68B2}" dt="2026-05-22T16:06:16.568" v="312" actId="1036"/>
          <ac:spMkLst>
            <pc:docMk/>
            <pc:sldMk cId="2253680366" sldId="280"/>
            <ac:spMk id="3093" creationId="{8B5A4292-CC56-D717-69F5-9B98320686E1}"/>
          </ac:spMkLst>
        </pc:spChg>
        <pc:spChg chg="mod">
          <ac:chgData name="Tian, Jiahe" userId="9b248cb4-e481-44ff-b1b0-af8a80db8948" providerId="ADAL" clId="{165694EF-4DAD-5B80-B123-CA025C5C68B2}" dt="2026-05-22T17:16:42.725" v="435" actId="1076"/>
          <ac:spMkLst>
            <pc:docMk/>
            <pc:sldMk cId="2253680366" sldId="280"/>
            <ac:spMk id="3094" creationId="{E5C35A94-F9DF-EB94-4915-F67BB98C4E07}"/>
          </ac:spMkLst>
        </pc:spChg>
        <pc:picChg chg="add mod">
          <ac:chgData name="Tian, Jiahe" userId="9b248cb4-e481-44ff-b1b0-af8a80db8948" providerId="ADAL" clId="{165694EF-4DAD-5B80-B123-CA025C5C68B2}" dt="2026-05-22T17:14:52.103" v="390" actId="1076"/>
          <ac:picMkLst>
            <pc:docMk/>
            <pc:sldMk cId="2253680366" sldId="280"/>
            <ac:picMk id="6" creationId="{8F42989A-9703-23FE-BC5C-3AB40441E889}"/>
          </ac:picMkLst>
        </pc:picChg>
        <pc:picChg chg="mod">
          <ac:chgData name="Tian, Jiahe" userId="9b248cb4-e481-44ff-b1b0-af8a80db8948" providerId="ADAL" clId="{165694EF-4DAD-5B80-B123-CA025C5C68B2}" dt="2026-05-22T16:05:47.830" v="280" actId="1035"/>
          <ac:picMkLst>
            <pc:docMk/>
            <pc:sldMk cId="2253680366" sldId="280"/>
            <ac:picMk id="3105" creationId="{31BA9032-514B-C51B-F6AA-F39FB806510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FEE48-978C-D1C1-F0EF-939E3CD228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EFC664C8-8C39-5CBB-D1C0-A89FFF5F99A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6A214858-9E66-43DA-9F3E-715B52B5D6F0}" type="datetimeFigureOut">
              <a:rPr lang="en-US"/>
              <a:pPr>
                <a:defRPr/>
              </a:pPr>
              <a:t>5/22/26</a:t>
            </a:fld>
            <a:endParaRPr lang="en-US"/>
          </a:p>
        </p:txBody>
      </p:sp>
      <p:sp>
        <p:nvSpPr>
          <p:cNvPr id="4" name="Slide Image Placeholder 3">
            <a:extLst>
              <a:ext uri="{FF2B5EF4-FFF2-40B4-BE49-F238E27FC236}">
                <a16:creationId xmlns:a16="http://schemas.microsoft.com/office/drawing/2014/main" id="{62201DD0-7839-8716-61C9-6B2D019823A3}"/>
              </a:ext>
            </a:extLst>
          </p:cNvPr>
          <p:cNvSpPr>
            <a:spLocks noGrp="1" noRot="1" noChangeAspect="1"/>
          </p:cNvSpPr>
          <p:nvPr>
            <p:ph type="sldImg" idx="2"/>
          </p:nvPr>
        </p:nvSpPr>
        <p:spPr>
          <a:xfrm>
            <a:off x="1404938" y="1143000"/>
            <a:ext cx="4048125"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AC9ED5F-4E96-474E-744B-0A0800E0F5F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5101DB2-A999-CC16-4ACB-EF3470BE51B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5D30244F-31FE-EBEB-4858-A6A174308AC3}"/>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2F7AFF7-B68A-496C-9C42-5585FC5BC5D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938213" rtl="0" eaLnBrk="0" fontAlgn="base" hangingPunct="0">
      <a:spcBef>
        <a:spcPct val="30000"/>
      </a:spcBef>
      <a:spcAft>
        <a:spcPct val="0"/>
      </a:spcAft>
      <a:defRPr sz="1200" kern="1200">
        <a:solidFill>
          <a:schemeClr val="tx1"/>
        </a:solidFill>
        <a:latin typeface="+mn-lt"/>
        <a:ea typeface="+mn-ea"/>
        <a:cs typeface="+mn-cs"/>
      </a:defRPr>
    </a:lvl1pPr>
    <a:lvl2pPr marL="468313" algn="l" defTabSz="938213" rtl="0" eaLnBrk="0" fontAlgn="base" hangingPunct="0">
      <a:spcBef>
        <a:spcPct val="30000"/>
      </a:spcBef>
      <a:spcAft>
        <a:spcPct val="0"/>
      </a:spcAft>
      <a:defRPr sz="1200" kern="1200">
        <a:solidFill>
          <a:schemeClr val="tx1"/>
        </a:solidFill>
        <a:latin typeface="+mn-lt"/>
        <a:ea typeface="+mn-ea"/>
        <a:cs typeface="+mn-cs"/>
      </a:defRPr>
    </a:lvl2pPr>
    <a:lvl3pPr marL="938213" algn="l" defTabSz="938213" rtl="0" eaLnBrk="0" fontAlgn="base" hangingPunct="0">
      <a:spcBef>
        <a:spcPct val="30000"/>
      </a:spcBef>
      <a:spcAft>
        <a:spcPct val="0"/>
      </a:spcAft>
      <a:defRPr sz="1200" kern="1200">
        <a:solidFill>
          <a:schemeClr val="tx1"/>
        </a:solidFill>
        <a:latin typeface="+mn-lt"/>
        <a:ea typeface="+mn-ea"/>
        <a:cs typeface="+mn-cs"/>
      </a:defRPr>
    </a:lvl3pPr>
    <a:lvl4pPr marL="1408113" algn="l" defTabSz="938213" rtl="0" eaLnBrk="0" fontAlgn="base" hangingPunct="0">
      <a:spcBef>
        <a:spcPct val="30000"/>
      </a:spcBef>
      <a:spcAft>
        <a:spcPct val="0"/>
      </a:spcAft>
      <a:defRPr sz="1200" kern="1200">
        <a:solidFill>
          <a:schemeClr val="tx1"/>
        </a:solidFill>
        <a:latin typeface="+mn-lt"/>
        <a:ea typeface="+mn-ea"/>
        <a:cs typeface="+mn-cs"/>
      </a:defRPr>
    </a:lvl4pPr>
    <a:lvl5pPr marL="1876425" algn="l" defTabSz="938213" rtl="0" eaLnBrk="0" fontAlgn="base" hangingPunct="0">
      <a:spcBef>
        <a:spcPct val="30000"/>
      </a:spcBef>
      <a:spcAft>
        <a:spcPct val="0"/>
      </a:spcAft>
      <a:defRPr sz="1200" kern="1200">
        <a:solidFill>
          <a:schemeClr val="tx1"/>
        </a:solidFill>
        <a:latin typeface="+mn-lt"/>
        <a:ea typeface="+mn-ea"/>
        <a:cs typeface="+mn-cs"/>
      </a:defRPr>
    </a:lvl5pPr>
    <a:lvl6pPr marL="2347410" algn="l" defTabSz="938964" rtl="0" eaLnBrk="1" latinLnBrk="0" hangingPunct="1">
      <a:defRPr sz="1233" kern="1200">
        <a:solidFill>
          <a:schemeClr val="tx1"/>
        </a:solidFill>
        <a:latin typeface="+mn-lt"/>
        <a:ea typeface="+mn-ea"/>
        <a:cs typeface="+mn-cs"/>
      </a:defRPr>
    </a:lvl6pPr>
    <a:lvl7pPr marL="2816892" algn="l" defTabSz="938964" rtl="0" eaLnBrk="1" latinLnBrk="0" hangingPunct="1">
      <a:defRPr sz="1233" kern="1200">
        <a:solidFill>
          <a:schemeClr val="tx1"/>
        </a:solidFill>
        <a:latin typeface="+mn-lt"/>
        <a:ea typeface="+mn-ea"/>
        <a:cs typeface="+mn-cs"/>
      </a:defRPr>
    </a:lvl7pPr>
    <a:lvl8pPr marL="3286374" algn="l" defTabSz="938964" rtl="0" eaLnBrk="1" latinLnBrk="0" hangingPunct="1">
      <a:defRPr sz="1233" kern="1200">
        <a:solidFill>
          <a:schemeClr val="tx1"/>
        </a:solidFill>
        <a:latin typeface="+mn-lt"/>
        <a:ea typeface="+mn-ea"/>
        <a:cs typeface="+mn-cs"/>
      </a:defRPr>
    </a:lvl8pPr>
    <a:lvl9pPr marL="3755856" algn="l" defTabSz="938964" rtl="0" eaLnBrk="1" latinLnBrk="0" hangingPunct="1">
      <a:defRPr sz="123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3C26FE6D-2C49-909C-B8D0-B2DE497484B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CACF6F7D-545F-394A-DC96-EB08B04EB282}"/>
              </a:ext>
            </a:extLst>
          </p:cNvPr>
          <p:cNvSpPr>
            <a:spLocks noGrp="1"/>
          </p:cNvSpPr>
          <p:nvPr>
            <p:ph type="body" idx="1"/>
          </p:nvPr>
        </p:nvSpPr>
        <p:spPr/>
        <p:txBody>
          <a:bodyPr/>
          <a:lstStyle/>
          <a:p>
            <a:pPr defTabSz="938964" eaLnBrk="1" fontAlgn="auto" hangingPunct="1">
              <a:spcBef>
                <a:spcPts val="0"/>
              </a:spcBef>
              <a:spcAft>
                <a:spcPts val="0"/>
              </a:spcAft>
              <a:defRPr/>
            </a:pPr>
            <a:endParaRPr lang="en-US" sz="1233" dirty="0"/>
          </a:p>
        </p:txBody>
      </p:sp>
      <p:sp>
        <p:nvSpPr>
          <p:cNvPr id="4100" name="Slide Number Placeholder 3">
            <a:extLst>
              <a:ext uri="{FF2B5EF4-FFF2-40B4-BE49-F238E27FC236}">
                <a16:creationId xmlns:a16="http://schemas.microsoft.com/office/drawing/2014/main" id="{B46A20CA-85A1-698B-A104-F5D6D8E010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8181975-D527-43FA-B558-B8F05326189A}" type="slidenum">
              <a:rPr lang="en-US" altLang="en-US" smtClean="0"/>
              <a:pPr/>
              <a:t>1</a:t>
            </a:fld>
            <a:endParaRPr lang="en-US" altLang="en-US"/>
          </a:p>
        </p:txBody>
      </p:sp>
    </p:spTree>
    <p:extLst>
      <p:ext uri="{BB962C8B-B14F-4D97-AF65-F5344CB8AC3E}">
        <p14:creationId xmlns:p14="http://schemas.microsoft.com/office/powerpoint/2010/main" val="280856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4788749"/>
            <a:ext cx="32644080" cy="10187093"/>
          </a:xfrm>
        </p:spPr>
        <p:txBody>
          <a:bodyPr anchor="b"/>
          <a:lstStyle>
            <a:lvl1pPr algn="ctr">
              <a:defRPr sz="25200"/>
            </a:lvl1pPr>
          </a:lstStyle>
          <a:p>
            <a:r>
              <a:rPr lang="en-US"/>
              <a:t>Click to edit Master title style</a:t>
            </a:r>
          </a:p>
        </p:txBody>
      </p:sp>
      <p:sp>
        <p:nvSpPr>
          <p:cNvPr id="3" name="Subtitle 2"/>
          <p:cNvSpPr>
            <a:spLocks noGrp="1"/>
          </p:cNvSpPr>
          <p:nvPr>
            <p:ph type="subTitle" idx="1"/>
          </p:nvPr>
        </p:nvSpPr>
        <p:spPr>
          <a:xfrm>
            <a:off x="4800600" y="15368695"/>
            <a:ext cx="28803600" cy="7064585"/>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p>
        </p:txBody>
      </p:sp>
      <p:sp>
        <p:nvSpPr>
          <p:cNvPr id="4" name="Date Placeholder 3">
            <a:extLst>
              <a:ext uri="{FF2B5EF4-FFF2-40B4-BE49-F238E27FC236}">
                <a16:creationId xmlns:a16="http://schemas.microsoft.com/office/drawing/2014/main" id="{8757A98F-F0B6-02E6-EF5D-15FB6172F646}"/>
              </a:ext>
            </a:extLst>
          </p:cNvPr>
          <p:cNvSpPr>
            <a:spLocks noGrp="1"/>
          </p:cNvSpPr>
          <p:nvPr>
            <p:ph type="dt" sz="half" idx="10"/>
          </p:nvPr>
        </p:nvSpPr>
        <p:spPr/>
        <p:txBody>
          <a:bodyPr/>
          <a:lstStyle>
            <a:lvl1pPr>
              <a:defRPr/>
            </a:lvl1pPr>
          </a:lstStyle>
          <a:p>
            <a:pPr>
              <a:defRPr/>
            </a:pPr>
            <a:fld id="{A501B0C1-7DCB-4E72-A6A7-C96899EBB21A}" type="datetimeFigureOut">
              <a:rPr lang="en-US"/>
              <a:pPr>
                <a:defRPr/>
              </a:pPr>
              <a:t>5/22/26</a:t>
            </a:fld>
            <a:endParaRPr lang="en-US"/>
          </a:p>
        </p:txBody>
      </p:sp>
      <p:sp>
        <p:nvSpPr>
          <p:cNvPr id="5" name="Footer Placeholder 4">
            <a:extLst>
              <a:ext uri="{FF2B5EF4-FFF2-40B4-BE49-F238E27FC236}">
                <a16:creationId xmlns:a16="http://schemas.microsoft.com/office/drawing/2014/main" id="{45268505-3F13-526E-31C4-41D6A532457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596A1DE-19CE-9FD5-F893-4DD878DF7A45}"/>
              </a:ext>
            </a:extLst>
          </p:cNvPr>
          <p:cNvSpPr>
            <a:spLocks noGrp="1"/>
          </p:cNvSpPr>
          <p:nvPr>
            <p:ph type="sldNum" sz="quarter" idx="12"/>
          </p:nvPr>
        </p:nvSpPr>
        <p:spPr/>
        <p:txBody>
          <a:bodyPr/>
          <a:lstStyle>
            <a:lvl1pPr>
              <a:defRPr/>
            </a:lvl1pPr>
          </a:lstStyle>
          <a:p>
            <a:pPr>
              <a:defRPr/>
            </a:pPr>
            <a:fld id="{F13DC401-4197-4083-BBF0-4F487A266E33}" type="slidenum">
              <a:rPr lang="en-US" altLang="en-US"/>
              <a:pPr>
                <a:defRPr/>
              </a:pPr>
              <a:t>‹#›</a:t>
            </a:fld>
            <a:endParaRPr lang="en-US" altLang="en-US"/>
          </a:p>
        </p:txBody>
      </p:sp>
    </p:spTree>
    <p:extLst>
      <p:ext uri="{BB962C8B-B14F-4D97-AF65-F5344CB8AC3E}">
        <p14:creationId xmlns:p14="http://schemas.microsoft.com/office/powerpoint/2010/main" val="703315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E1DAEE-7D3F-AF77-1645-101EC7ECF44C}"/>
              </a:ext>
            </a:extLst>
          </p:cNvPr>
          <p:cNvSpPr>
            <a:spLocks noGrp="1"/>
          </p:cNvSpPr>
          <p:nvPr>
            <p:ph type="dt" sz="half" idx="10"/>
          </p:nvPr>
        </p:nvSpPr>
        <p:spPr/>
        <p:txBody>
          <a:bodyPr/>
          <a:lstStyle>
            <a:lvl1pPr>
              <a:defRPr/>
            </a:lvl1pPr>
          </a:lstStyle>
          <a:p>
            <a:pPr>
              <a:defRPr/>
            </a:pPr>
            <a:fld id="{B104BCE3-E6BB-49B1-9955-40C800E2E649}" type="datetimeFigureOut">
              <a:rPr lang="en-US"/>
              <a:pPr>
                <a:defRPr/>
              </a:pPr>
              <a:t>5/22/26</a:t>
            </a:fld>
            <a:endParaRPr lang="en-US"/>
          </a:p>
        </p:txBody>
      </p:sp>
      <p:sp>
        <p:nvSpPr>
          <p:cNvPr id="5" name="Footer Placeholder 4">
            <a:extLst>
              <a:ext uri="{FF2B5EF4-FFF2-40B4-BE49-F238E27FC236}">
                <a16:creationId xmlns:a16="http://schemas.microsoft.com/office/drawing/2014/main" id="{1CFC0BB3-F5EB-5730-3C6B-844C78AA916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1E8ADDB-C3D2-0F6A-C693-3C6D4DFEF41A}"/>
              </a:ext>
            </a:extLst>
          </p:cNvPr>
          <p:cNvSpPr>
            <a:spLocks noGrp="1"/>
          </p:cNvSpPr>
          <p:nvPr>
            <p:ph type="sldNum" sz="quarter" idx="12"/>
          </p:nvPr>
        </p:nvSpPr>
        <p:spPr/>
        <p:txBody>
          <a:bodyPr/>
          <a:lstStyle>
            <a:lvl1pPr>
              <a:defRPr/>
            </a:lvl1pPr>
          </a:lstStyle>
          <a:p>
            <a:pPr>
              <a:defRPr/>
            </a:pPr>
            <a:fld id="{22453DED-848B-44FA-8C5E-2BD05A164055}" type="slidenum">
              <a:rPr lang="en-US" altLang="en-US"/>
              <a:pPr>
                <a:defRPr/>
              </a:pPr>
              <a:t>‹#›</a:t>
            </a:fld>
            <a:endParaRPr lang="en-US" altLang="en-US"/>
          </a:p>
        </p:txBody>
      </p:sp>
    </p:spTree>
    <p:extLst>
      <p:ext uri="{BB962C8B-B14F-4D97-AF65-F5344CB8AC3E}">
        <p14:creationId xmlns:p14="http://schemas.microsoft.com/office/powerpoint/2010/main" val="2980004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7294888"/>
            <a:ext cx="33124140" cy="12171678"/>
          </a:xfrm>
        </p:spPr>
        <p:txBody>
          <a:bodyPr anchor="b"/>
          <a:lstStyle>
            <a:lvl1pPr>
              <a:defRPr sz="25200"/>
            </a:lvl1pPr>
          </a:lstStyle>
          <a:p>
            <a:r>
              <a:rPr lang="en-US"/>
              <a:t>Click to edit Master title style</a:t>
            </a:r>
          </a:p>
        </p:txBody>
      </p:sp>
      <p:sp>
        <p:nvSpPr>
          <p:cNvPr id="3" name="Text Placeholder 2"/>
          <p:cNvSpPr>
            <a:spLocks noGrp="1"/>
          </p:cNvSpPr>
          <p:nvPr>
            <p:ph type="body" idx="1"/>
          </p:nvPr>
        </p:nvSpPr>
        <p:spPr>
          <a:xfrm>
            <a:off x="2620330" y="19581715"/>
            <a:ext cx="33124140" cy="6400798"/>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2B4B3A-A171-F35E-DD87-113654142731}"/>
              </a:ext>
            </a:extLst>
          </p:cNvPr>
          <p:cNvSpPr>
            <a:spLocks noGrp="1"/>
          </p:cNvSpPr>
          <p:nvPr>
            <p:ph type="dt" sz="half" idx="10"/>
          </p:nvPr>
        </p:nvSpPr>
        <p:spPr/>
        <p:txBody>
          <a:bodyPr/>
          <a:lstStyle>
            <a:lvl1pPr>
              <a:defRPr/>
            </a:lvl1pPr>
          </a:lstStyle>
          <a:p>
            <a:pPr>
              <a:defRPr/>
            </a:pPr>
            <a:fld id="{71F6B9DE-FB7D-4912-B396-DA89CBDB4934}" type="datetimeFigureOut">
              <a:rPr lang="en-US"/>
              <a:pPr>
                <a:defRPr/>
              </a:pPr>
              <a:t>5/22/26</a:t>
            </a:fld>
            <a:endParaRPr lang="en-US"/>
          </a:p>
        </p:txBody>
      </p:sp>
      <p:sp>
        <p:nvSpPr>
          <p:cNvPr id="5" name="Footer Placeholder 4">
            <a:extLst>
              <a:ext uri="{FF2B5EF4-FFF2-40B4-BE49-F238E27FC236}">
                <a16:creationId xmlns:a16="http://schemas.microsoft.com/office/drawing/2014/main" id="{F868D21E-2409-ECFF-9EFB-C1DEE5C71B6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26805EF-2E46-8DE6-4D8A-9553E9877283}"/>
              </a:ext>
            </a:extLst>
          </p:cNvPr>
          <p:cNvSpPr>
            <a:spLocks noGrp="1"/>
          </p:cNvSpPr>
          <p:nvPr>
            <p:ph type="sldNum" sz="quarter" idx="12"/>
          </p:nvPr>
        </p:nvSpPr>
        <p:spPr/>
        <p:txBody>
          <a:bodyPr/>
          <a:lstStyle>
            <a:lvl1pPr>
              <a:defRPr/>
            </a:lvl1pPr>
          </a:lstStyle>
          <a:p>
            <a:pPr>
              <a:defRPr/>
            </a:pPr>
            <a:fld id="{913DD647-DEE8-44E1-B666-6F423727DBFD}" type="slidenum">
              <a:rPr lang="en-US" altLang="en-US"/>
              <a:pPr>
                <a:defRPr/>
              </a:pPr>
              <a:t>‹#›</a:t>
            </a:fld>
            <a:endParaRPr lang="en-US" altLang="en-US"/>
          </a:p>
        </p:txBody>
      </p:sp>
    </p:spTree>
    <p:extLst>
      <p:ext uri="{BB962C8B-B14F-4D97-AF65-F5344CB8AC3E}">
        <p14:creationId xmlns:p14="http://schemas.microsoft.com/office/powerpoint/2010/main" val="2658274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640330" y="7789333"/>
            <a:ext cx="16322040" cy="18565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442430" y="7789333"/>
            <a:ext cx="16322040" cy="18565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39A6EAD-1A7B-F75F-4FB8-1C3E2035FDCA}"/>
              </a:ext>
            </a:extLst>
          </p:cNvPr>
          <p:cNvSpPr>
            <a:spLocks noGrp="1"/>
          </p:cNvSpPr>
          <p:nvPr>
            <p:ph type="dt" sz="half" idx="10"/>
          </p:nvPr>
        </p:nvSpPr>
        <p:spPr/>
        <p:txBody>
          <a:bodyPr/>
          <a:lstStyle>
            <a:lvl1pPr>
              <a:defRPr/>
            </a:lvl1pPr>
          </a:lstStyle>
          <a:p>
            <a:pPr>
              <a:defRPr/>
            </a:pPr>
            <a:fld id="{B1493E0B-79E1-4371-842F-A4B84D058200}" type="datetimeFigureOut">
              <a:rPr lang="en-US"/>
              <a:pPr>
                <a:defRPr/>
              </a:pPr>
              <a:t>5/22/26</a:t>
            </a:fld>
            <a:endParaRPr lang="en-US"/>
          </a:p>
        </p:txBody>
      </p:sp>
      <p:sp>
        <p:nvSpPr>
          <p:cNvPr id="6" name="Footer Placeholder 4">
            <a:extLst>
              <a:ext uri="{FF2B5EF4-FFF2-40B4-BE49-F238E27FC236}">
                <a16:creationId xmlns:a16="http://schemas.microsoft.com/office/drawing/2014/main" id="{27F27016-3D28-093F-CD3A-4899636CE3D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194D100-A1C4-74A7-70A6-78FC93E672A8}"/>
              </a:ext>
            </a:extLst>
          </p:cNvPr>
          <p:cNvSpPr>
            <a:spLocks noGrp="1"/>
          </p:cNvSpPr>
          <p:nvPr>
            <p:ph type="sldNum" sz="quarter" idx="12"/>
          </p:nvPr>
        </p:nvSpPr>
        <p:spPr/>
        <p:txBody>
          <a:bodyPr/>
          <a:lstStyle>
            <a:lvl1pPr>
              <a:defRPr/>
            </a:lvl1pPr>
          </a:lstStyle>
          <a:p>
            <a:pPr>
              <a:defRPr/>
            </a:pPr>
            <a:fld id="{91D61ABF-F5CD-4EF6-85AE-08067F4481C6}" type="slidenum">
              <a:rPr lang="en-US" altLang="en-US"/>
              <a:pPr>
                <a:defRPr/>
              </a:pPr>
              <a:t>‹#›</a:t>
            </a:fld>
            <a:endParaRPr lang="en-US" altLang="en-US"/>
          </a:p>
        </p:txBody>
      </p:sp>
    </p:spTree>
    <p:extLst>
      <p:ext uri="{BB962C8B-B14F-4D97-AF65-F5344CB8AC3E}">
        <p14:creationId xmlns:p14="http://schemas.microsoft.com/office/powerpoint/2010/main" val="114117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557873"/>
            <a:ext cx="33124140" cy="5655735"/>
          </a:xfrm>
        </p:spPr>
        <p:txBody>
          <a:bodyPr/>
          <a:lstStyle/>
          <a:p>
            <a:r>
              <a:rPr lang="en-US"/>
              <a:t>Click to edit Master title style</a:t>
            </a:r>
          </a:p>
        </p:txBody>
      </p:sp>
      <p:sp>
        <p:nvSpPr>
          <p:cNvPr id="3" name="Text Placeholder 2"/>
          <p:cNvSpPr>
            <a:spLocks noGrp="1"/>
          </p:cNvSpPr>
          <p:nvPr>
            <p:ph type="body" idx="1"/>
          </p:nvPr>
        </p:nvSpPr>
        <p:spPr>
          <a:xfrm>
            <a:off x="2645336" y="7172962"/>
            <a:ext cx="16247028" cy="3515358"/>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0688320"/>
            <a:ext cx="16247028" cy="157209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442432" y="7172962"/>
            <a:ext cx="16327042" cy="3515358"/>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0688320"/>
            <a:ext cx="16327042" cy="157209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B72B0B0-7347-6E50-F163-EDA74A84E923}"/>
              </a:ext>
            </a:extLst>
          </p:cNvPr>
          <p:cNvSpPr>
            <a:spLocks noGrp="1"/>
          </p:cNvSpPr>
          <p:nvPr>
            <p:ph type="dt" sz="half" idx="10"/>
          </p:nvPr>
        </p:nvSpPr>
        <p:spPr/>
        <p:txBody>
          <a:bodyPr/>
          <a:lstStyle>
            <a:lvl1pPr>
              <a:defRPr/>
            </a:lvl1pPr>
          </a:lstStyle>
          <a:p>
            <a:pPr>
              <a:defRPr/>
            </a:pPr>
            <a:fld id="{09E1C75F-8D4D-4A6E-84B7-E26817A0609C}" type="datetimeFigureOut">
              <a:rPr lang="en-US"/>
              <a:pPr>
                <a:defRPr/>
              </a:pPr>
              <a:t>5/22/26</a:t>
            </a:fld>
            <a:endParaRPr lang="en-US"/>
          </a:p>
        </p:txBody>
      </p:sp>
      <p:sp>
        <p:nvSpPr>
          <p:cNvPr id="8" name="Footer Placeholder 4">
            <a:extLst>
              <a:ext uri="{FF2B5EF4-FFF2-40B4-BE49-F238E27FC236}">
                <a16:creationId xmlns:a16="http://schemas.microsoft.com/office/drawing/2014/main" id="{2B6D9535-14CA-5599-73F6-CE6B58C34E5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4CE399C-89D9-8605-054F-7B8D3BC2D1B9}"/>
              </a:ext>
            </a:extLst>
          </p:cNvPr>
          <p:cNvSpPr>
            <a:spLocks noGrp="1"/>
          </p:cNvSpPr>
          <p:nvPr>
            <p:ph type="sldNum" sz="quarter" idx="12"/>
          </p:nvPr>
        </p:nvSpPr>
        <p:spPr/>
        <p:txBody>
          <a:bodyPr/>
          <a:lstStyle>
            <a:lvl1pPr>
              <a:defRPr/>
            </a:lvl1pPr>
          </a:lstStyle>
          <a:p>
            <a:pPr>
              <a:defRPr/>
            </a:pPr>
            <a:fld id="{8A18B82F-9F78-4980-9CD2-76EC6BA5C9AB}" type="slidenum">
              <a:rPr lang="en-US" altLang="en-US"/>
              <a:pPr>
                <a:defRPr/>
              </a:pPr>
              <a:t>‹#›</a:t>
            </a:fld>
            <a:endParaRPr lang="en-US" altLang="en-US"/>
          </a:p>
        </p:txBody>
      </p:sp>
    </p:spTree>
    <p:extLst>
      <p:ext uri="{BB962C8B-B14F-4D97-AF65-F5344CB8AC3E}">
        <p14:creationId xmlns:p14="http://schemas.microsoft.com/office/powerpoint/2010/main" val="1753058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34E26BEA-8C75-8A13-BD1E-55065415567A}"/>
              </a:ext>
            </a:extLst>
          </p:cNvPr>
          <p:cNvSpPr>
            <a:spLocks noGrp="1"/>
          </p:cNvSpPr>
          <p:nvPr>
            <p:ph type="dt" sz="half" idx="10"/>
          </p:nvPr>
        </p:nvSpPr>
        <p:spPr/>
        <p:txBody>
          <a:bodyPr/>
          <a:lstStyle>
            <a:lvl1pPr>
              <a:defRPr/>
            </a:lvl1pPr>
          </a:lstStyle>
          <a:p>
            <a:pPr>
              <a:defRPr/>
            </a:pPr>
            <a:fld id="{D3F21E40-E052-4FBC-AC4E-1898C7479B42}" type="datetimeFigureOut">
              <a:rPr lang="en-US"/>
              <a:pPr>
                <a:defRPr/>
              </a:pPr>
              <a:t>5/22/26</a:t>
            </a:fld>
            <a:endParaRPr lang="en-US"/>
          </a:p>
        </p:txBody>
      </p:sp>
      <p:sp>
        <p:nvSpPr>
          <p:cNvPr id="4" name="Footer Placeholder 4">
            <a:extLst>
              <a:ext uri="{FF2B5EF4-FFF2-40B4-BE49-F238E27FC236}">
                <a16:creationId xmlns:a16="http://schemas.microsoft.com/office/drawing/2014/main" id="{5408690A-5A4D-FC9A-206F-872C09C6331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EDAC17A-7384-1975-7153-809A2E59BC99}"/>
              </a:ext>
            </a:extLst>
          </p:cNvPr>
          <p:cNvSpPr>
            <a:spLocks noGrp="1"/>
          </p:cNvSpPr>
          <p:nvPr>
            <p:ph type="sldNum" sz="quarter" idx="12"/>
          </p:nvPr>
        </p:nvSpPr>
        <p:spPr/>
        <p:txBody>
          <a:bodyPr/>
          <a:lstStyle>
            <a:lvl1pPr>
              <a:defRPr/>
            </a:lvl1pPr>
          </a:lstStyle>
          <a:p>
            <a:pPr>
              <a:defRPr/>
            </a:pPr>
            <a:fld id="{283BFD04-563F-44BC-AC99-11B94FD0B879}" type="slidenum">
              <a:rPr lang="en-US" altLang="en-US"/>
              <a:pPr>
                <a:defRPr/>
              </a:pPr>
              <a:t>‹#›</a:t>
            </a:fld>
            <a:endParaRPr lang="en-US" altLang="en-US"/>
          </a:p>
        </p:txBody>
      </p:sp>
    </p:spTree>
    <p:extLst>
      <p:ext uri="{BB962C8B-B14F-4D97-AF65-F5344CB8AC3E}">
        <p14:creationId xmlns:p14="http://schemas.microsoft.com/office/powerpoint/2010/main" val="2005873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C97FFA2-24E3-1505-46D4-B679161BF703}"/>
              </a:ext>
            </a:extLst>
          </p:cNvPr>
          <p:cNvSpPr>
            <a:spLocks noGrp="1"/>
          </p:cNvSpPr>
          <p:nvPr>
            <p:ph type="dt" sz="half" idx="10"/>
          </p:nvPr>
        </p:nvSpPr>
        <p:spPr/>
        <p:txBody>
          <a:bodyPr/>
          <a:lstStyle>
            <a:lvl1pPr>
              <a:defRPr/>
            </a:lvl1pPr>
          </a:lstStyle>
          <a:p>
            <a:pPr>
              <a:defRPr/>
            </a:pPr>
            <a:fld id="{CE2A3727-247B-47F5-8842-D6AD7211AC11}" type="datetimeFigureOut">
              <a:rPr lang="en-US"/>
              <a:pPr>
                <a:defRPr/>
              </a:pPr>
              <a:t>5/22/26</a:t>
            </a:fld>
            <a:endParaRPr lang="en-US"/>
          </a:p>
        </p:txBody>
      </p:sp>
      <p:sp>
        <p:nvSpPr>
          <p:cNvPr id="3" name="Footer Placeholder 4">
            <a:extLst>
              <a:ext uri="{FF2B5EF4-FFF2-40B4-BE49-F238E27FC236}">
                <a16:creationId xmlns:a16="http://schemas.microsoft.com/office/drawing/2014/main" id="{7D7A98D4-0FF0-D5B0-5B0C-A4B730FBC87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0F47759-7FB9-5EB8-E159-F8B4BE905161}"/>
              </a:ext>
            </a:extLst>
          </p:cNvPr>
          <p:cNvSpPr>
            <a:spLocks noGrp="1"/>
          </p:cNvSpPr>
          <p:nvPr>
            <p:ph type="sldNum" sz="quarter" idx="12"/>
          </p:nvPr>
        </p:nvSpPr>
        <p:spPr/>
        <p:txBody>
          <a:bodyPr/>
          <a:lstStyle>
            <a:lvl1pPr>
              <a:defRPr/>
            </a:lvl1pPr>
          </a:lstStyle>
          <a:p>
            <a:pPr>
              <a:defRPr/>
            </a:pPr>
            <a:fld id="{0597264C-F1AE-4DB8-BF4E-BD926CBB0C73}" type="slidenum">
              <a:rPr lang="en-US" altLang="en-US"/>
              <a:pPr>
                <a:defRPr/>
              </a:pPr>
              <a:t>‹#›</a:t>
            </a:fld>
            <a:endParaRPr lang="en-US" altLang="en-US"/>
          </a:p>
        </p:txBody>
      </p:sp>
    </p:spTree>
    <p:extLst>
      <p:ext uri="{BB962C8B-B14F-4D97-AF65-F5344CB8AC3E}">
        <p14:creationId xmlns:p14="http://schemas.microsoft.com/office/powerpoint/2010/main" val="3182289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950720"/>
            <a:ext cx="12386548" cy="6827520"/>
          </a:xfrm>
        </p:spPr>
        <p:txBody>
          <a:bodyPr anchor="b"/>
          <a:lstStyle>
            <a:lvl1pPr>
              <a:defRPr sz="13440"/>
            </a:lvl1pPr>
          </a:lstStyle>
          <a:p>
            <a:r>
              <a:rPr lang="en-US"/>
              <a:t>Click to edit Master title style</a:t>
            </a:r>
          </a:p>
        </p:txBody>
      </p:sp>
      <p:sp>
        <p:nvSpPr>
          <p:cNvPr id="3" name="Content Placeholder 2"/>
          <p:cNvSpPr>
            <a:spLocks noGrp="1"/>
          </p:cNvSpPr>
          <p:nvPr>
            <p:ph idx="1"/>
          </p:nvPr>
        </p:nvSpPr>
        <p:spPr>
          <a:xfrm>
            <a:off x="16327042" y="4213020"/>
            <a:ext cx="19442430" cy="20794133"/>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645332" y="8778240"/>
            <a:ext cx="12386548" cy="16262775"/>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3">
            <a:extLst>
              <a:ext uri="{FF2B5EF4-FFF2-40B4-BE49-F238E27FC236}">
                <a16:creationId xmlns:a16="http://schemas.microsoft.com/office/drawing/2014/main" id="{D9D3DD88-0909-AA17-681E-180C2666E164}"/>
              </a:ext>
            </a:extLst>
          </p:cNvPr>
          <p:cNvSpPr>
            <a:spLocks noGrp="1"/>
          </p:cNvSpPr>
          <p:nvPr>
            <p:ph type="dt" sz="half" idx="10"/>
          </p:nvPr>
        </p:nvSpPr>
        <p:spPr/>
        <p:txBody>
          <a:bodyPr/>
          <a:lstStyle>
            <a:lvl1pPr>
              <a:defRPr/>
            </a:lvl1pPr>
          </a:lstStyle>
          <a:p>
            <a:pPr>
              <a:defRPr/>
            </a:pPr>
            <a:fld id="{5DC6EFFC-1B52-47CA-B595-CC38F418A3F1}" type="datetimeFigureOut">
              <a:rPr lang="en-US"/>
              <a:pPr>
                <a:defRPr/>
              </a:pPr>
              <a:t>5/22/26</a:t>
            </a:fld>
            <a:endParaRPr lang="en-US"/>
          </a:p>
        </p:txBody>
      </p:sp>
      <p:sp>
        <p:nvSpPr>
          <p:cNvPr id="6" name="Footer Placeholder 4">
            <a:extLst>
              <a:ext uri="{FF2B5EF4-FFF2-40B4-BE49-F238E27FC236}">
                <a16:creationId xmlns:a16="http://schemas.microsoft.com/office/drawing/2014/main" id="{1BD7B2BF-77A1-A1C2-DB62-3FB76D29911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D4D9DC8-5A9B-F08C-AD73-C7E47E4A1CED}"/>
              </a:ext>
            </a:extLst>
          </p:cNvPr>
          <p:cNvSpPr>
            <a:spLocks noGrp="1"/>
          </p:cNvSpPr>
          <p:nvPr>
            <p:ph type="sldNum" sz="quarter" idx="12"/>
          </p:nvPr>
        </p:nvSpPr>
        <p:spPr/>
        <p:txBody>
          <a:bodyPr/>
          <a:lstStyle>
            <a:lvl1pPr>
              <a:defRPr/>
            </a:lvl1pPr>
          </a:lstStyle>
          <a:p>
            <a:pPr>
              <a:defRPr/>
            </a:pPr>
            <a:fld id="{CAD16E3E-29CE-48F7-80BD-6F3CCD3A6811}" type="slidenum">
              <a:rPr lang="en-US" altLang="en-US"/>
              <a:pPr>
                <a:defRPr/>
              </a:pPr>
              <a:t>‹#›</a:t>
            </a:fld>
            <a:endParaRPr lang="en-US" altLang="en-US"/>
          </a:p>
        </p:txBody>
      </p:sp>
    </p:spTree>
    <p:extLst>
      <p:ext uri="{BB962C8B-B14F-4D97-AF65-F5344CB8AC3E}">
        <p14:creationId xmlns:p14="http://schemas.microsoft.com/office/powerpoint/2010/main" val="1292666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950720"/>
            <a:ext cx="12386548" cy="6827520"/>
          </a:xfrm>
        </p:spPr>
        <p:txBody>
          <a:bodyPr anchor="b"/>
          <a:lstStyle>
            <a:lvl1pPr>
              <a:defRPr sz="13440"/>
            </a:lvl1pPr>
          </a:lstStyle>
          <a:p>
            <a:r>
              <a:rPr lang="en-US"/>
              <a:t>Click to edit Master title style</a:t>
            </a:r>
          </a:p>
        </p:txBody>
      </p:sp>
      <p:sp>
        <p:nvSpPr>
          <p:cNvPr id="3" name="Picture Placeholder 2"/>
          <p:cNvSpPr>
            <a:spLocks noGrp="1" noChangeAspect="1"/>
          </p:cNvSpPr>
          <p:nvPr>
            <p:ph type="pic" idx="1"/>
          </p:nvPr>
        </p:nvSpPr>
        <p:spPr>
          <a:xfrm>
            <a:off x="16327042" y="4213020"/>
            <a:ext cx="19442430" cy="20794133"/>
          </a:xfrm>
        </p:spPr>
        <p:txBody>
          <a:bodyPr rtlCol="0">
            <a:normAutofit/>
          </a:bodyPr>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pPr lvl="0"/>
            <a:r>
              <a:rPr lang="en-US" noProof="0"/>
              <a:t>Click icon to add picture</a:t>
            </a:r>
          </a:p>
        </p:txBody>
      </p:sp>
      <p:sp>
        <p:nvSpPr>
          <p:cNvPr id="4" name="Text Placeholder 3"/>
          <p:cNvSpPr>
            <a:spLocks noGrp="1"/>
          </p:cNvSpPr>
          <p:nvPr>
            <p:ph type="body" sz="half" idx="2"/>
          </p:nvPr>
        </p:nvSpPr>
        <p:spPr>
          <a:xfrm>
            <a:off x="2645332" y="8778240"/>
            <a:ext cx="12386548" cy="16262775"/>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3">
            <a:extLst>
              <a:ext uri="{FF2B5EF4-FFF2-40B4-BE49-F238E27FC236}">
                <a16:creationId xmlns:a16="http://schemas.microsoft.com/office/drawing/2014/main" id="{99282101-D8C2-B584-B6C1-4FB89A794957}"/>
              </a:ext>
            </a:extLst>
          </p:cNvPr>
          <p:cNvSpPr>
            <a:spLocks noGrp="1"/>
          </p:cNvSpPr>
          <p:nvPr>
            <p:ph type="dt" sz="half" idx="10"/>
          </p:nvPr>
        </p:nvSpPr>
        <p:spPr/>
        <p:txBody>
          <a:bodyPr/>
          <a:lstStyle>
            <a:lvl1pPr>
              <a:defRPr/>
            </a:lvl1pPr>
          </a:lstStyle>
          <a:p>
            <a:pPr>
              <a:defRPr/>
            </a:pPr>
            <a:fld id="{021D0A17-7EDF-4AE5-83DD-DC8B1393B2A2}" type="datetimeFigureOut">
              <a:rPr lang="en-US"/>
              <a:pPr>
                <a:defRPr/>
              </a:pPr>
              <a:t>5/22/26</a:t>
            </a:fld>
            <a:endParaRPr lang="en-US"/>
          </a:p>
        </p:txBody>
      </p:sp>
      <p:sp>
        <p:nvSpPr>
          <p:cNvPr id="6" name="Footer Placeholder 4">
            <a:extLst>
              <a:ext uri="{FF2B5EF4-FFF2-40B4-BE49-F238E27FC236}">
                <a16:creationId xmlns:a16="http://schemas.microsoft.com/office/drawing/2014/main" id="{810EFFB8-D466-3EF0-122F-11990EC1DAC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B10BB6D-EB39-9C0F-44B8-ECCEA3F4F66F}"/>
              </a:ext>
            </a:extLst>
          </p:cNvPr>
          <p:cNvSpPr>
            <a:spLocks noGrp="1"/>
          </p:cNvSpPr>
          <p:nvPr>
            <p:ph type="sldNum" sz="quarter" idx="12"/>
          </p:nvPr>
        </p:nvSpPr>
        <p:spPr/>
        <p:txBody>
          <a:bodyPr/>
          <a:lstStyle>
            <a:lvl1pPr>
              <a:defRPr/>
            </a:lvl1pPr>
          </a:lstStyle>
          <a:p>
            <a:pPr>
              <a:defRPr/>
            </a:pPr>
            <a:fld id="{3BD95A43-6408-4DCA-875A-AF24B96B55B1}" type="slidenum">
              <a:rPr lang="en-US" altLang="en-US"/>
              <a:pPr>
                <a:defRPr/>
              </a:pPr>
              <a:t>‹#›</a:t>
            </a:fld>
            <a:endParaRPr lang="en-US" altLang="en-US"/>
          </a:p>
        </p:txBody>
      </p:sp>
    </p:spTree>
    <p:extLst>
      <p:ext uri="{BB962C8B-B14F-4D97-AF65-F5344CB8AC3E}">
        <p14:creationId xmlns:p14="http://schemas.microsoft.com/office/powerpoint/2010/main" val="768991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9DA8FD-6D8E-3305-EE1F-BF6EDC4A087A}"/>
              </a:ext>
            </a:extLst>
          </p:cNvPr>
          <p:cNvSpPr>
            <a:spLocks noGrp="1"/>
          </p:cNvSpPr>
          <p:nvPr>
            <p:ph type="dt" sz="half" idx="10"/>
          </p:nvPr>
        </p:nvSpPr>
        <p:spPr/>
        <p:txBody>
          <a:bodyPr/>
          <a:lstStyle>
            <a:lvl1pPr>
              <a:defRPr/>
            </a:lvl1pPr>
          </a:lstStyle>
          <a:p>
            <a:pPr>
              <a:defRPr/>
            </a:pPr>
            <a:fld id="{5D178857-48EE-4FB9-930F-05C3A8912827}" type="datetimeFigureOut">
              <a:rPr lang="en-US"/>
              <a:pPr>
                <a:defRPr/>
              </a:pPr>
              <a:t>5/22/26</a:t>
            </a:fld>
            <a:endParaRPr lang="en-US"/>
          </a:p>
        </p:txBody>
      </p:sp>
      <p:sp>
        <p:nvSpPr>
          <p:cNvPr id="5" name="Footer Placeholder 4">
            <a:extLst>
              <a:ext uri="{FF2B5EF4-FFF2-40B4-BE49-F238E27FC236}">
                <a16:creationId xmlns:a16="http://schemas.microsoft.com/office/drawing/2014/main" id="{726A65D6-15C8-DEEA-80B5-44401F60F10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1AC0D98-9604-FFF8-74E5-F07F19D30A2E}"/>
              </a:ext>
            </a:extLst>
          </p:cNvPr>
          <p:cNvSpPr>
            <a:spLocks noGrp="1"/>
          </p:cNvSpPr>
          <p:nvPr>
            <p:ph type="sldNum" sz="quarter" idx="12"/>
          </p:nvPr>
        </p:nvSpPr>
        <p:spPr/>
        <p:txBody>
          <a:bodyPr/>
          <a:lstStyle>
            <a:lvl1pPr>
              <a:defRPr/>
            </a:lvl1pPr>
          </a:lstStyle>
          <a:p>
            <a:pPr>
              <a:defRPr/>
            </a:pPr>
            <a:fld id="{DFB374AF-B9D1-4F2F-AF0D-C092768B4BA6}" type="slidenum">
              <a:rPr lang="en-US" altLang="en-US"/>
              <a:pPr>
                <a:defRPr/>
              </a:pPr>
              <a:t>‹#›</a:t>
            </a:fld>
            <a:endParaRPr lang="en-US" altLang="en-US"/>
          </a:p>
        </p:txBody>
      </p:sp>
    </p:spTree>
    <p:extLst>
      <p:ext uri="{BB962C8B-B14F-4D97-AF65-F5344CB8AC3E}">
        <p14:creationId xmlns:p14="http://schemas.microsoft.com/office/powerpoint/2010/main" val="1030479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1557867"/>
            <a:ext cx="8281035" cy="247971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640332" y="1557867"/>
            <a:ext cx="24363045" cy="2479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A11886-48FB-53C2-08BA-529B2DBEC39F}"/>
              </a:ext>
            </a:extLst>
          </p:cNvPr>
          <p:cNvSpPr>
            <a:spLocks noGrp="1"/>
          </p:cNvSpPr>
          <p:nvPr>
            <p:ph type="dt" sz="half" idx="10"/>
          </p:nvPr>
        </p:nvSpPr>
        <p:spPr/>
        <p:txBody>
          <a:bodyPr/>
          <a:lstStyle>
            <a:lvl1pPr>
              <a:defRPr/>
            </a:lvl1pPr>
          </a:lstStyle>
          <a:p>
            <a:pPr>
              <a:defRPr/>
            </a:pPr>
            <a:fld id="{7F13CA0F-402D-49CF-984F-18ACC689F904}" type="datetimeFigureOut">
              <a:rPr lang="en-US"/>
              <a:pPr>
                <a:defRPr/>
              </a:pPr>
              <a:t>5/22/26</a:t>
            </a:fld>
            <a:endParaRPr lang="en-US"/>
          </a:p>
        </p:txBody>
      </p:sp>
      <p:sp>
        <p:nvSpPr>
          <p:cNvPr id="5" name="Footer Placeholder 4">
            <a:extLst>
              <a:ext uri="{FF2B5EF4-FFF2-40B4-BE49-F238E27FC236}">
                <a16:creationId xmlns:a16="http://schemas.microsoft.com/office/drawing/2014/main" id="{FDDBE17C-BF41-3606-112E-5107681193A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17264E0-FDC7-DBEE-9303-B971EF586E3B}"/>
              </a:ext>
            </a:extLst>
          </p:cNvPr>
          <p:cNvSpPr>
            <a:spLocks noGrp="1"/>
          </p:cNvSpPr>
          <p:nvPr>
            <p:ph type="sldNum" sz="quarter" idx="12"/>
          </p:nvPr>
        </p:nvSpPr>
        <p:spPr/>
        <p:txBody>
          <a:bodyPr/>
          <a:lstStyle>
            <a:lvl1pPr>
              <a:defRPr/>
            </a:lvl1pPr>
          </a:lstStyle>
          <a:p>
            <a:pPr>
              <a:defRPr/>
            </a:pPr>
            <a:fld id="{DF7A47A2-0164-4D17-BAA3-4FDE43BACC8C}" type="slidenum">
              <a:rPr lang="en-US" altLang="en-US"/>
              <a:pPr>
                <a:defRPr/>
              </a:pPr>
              <a:t>‹#›</a:t>
            </a:fld>
            <a:endParaRPr lang="en-US" altLang="en-US"/>
          </a:p>
        </p:txBody>
      </p:sp>
    </p:spTree>
    <p:extLst>
      <p:ext uri="{BB962C8B-B14F-4D97-AF65-F5344CB8AC3E}">
        <p14:creationId xmlns:p14="http://schemas.microsoft.com/office/powerpoint/2010/main" val="2009180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C2D516B-3212-2DF7-07AE-7C26C5501895}"/>
              </a:ext>
            </a:extLst>
          </p:cNvPr>
          <p:cNvSpPr>
            <a:spLocks noGrp="1"/>
          </p:cNvSpPr>
          <p:nvPr>
            <p:ph type="title"/>
          </p:nvPr>
        </p:nvSpPr>
        <p:spPr bwMode="auto">
          <a:xfrm>
            <a:off x="2640013" y="1557338"/>
            <a:ext cx="33124775" cy="565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122C80E1-0899-4EF7-E5A9-84197823C94D}"/>
              </a:ext>
            </a:extLst>
          </p:cNvPr>
          <p:cNvSpPr>
            <a:spLocks noGrp="1"/>
          </p:cNvSpPr>
          <p:nvPr>
            <p:ph type="body" idx="1"/>
          </p:nvPr>
        </p:nvSpPr>
        <p:spPr bwMode="auto">
          <a:xfrm>
            <a:off x="2640013" y="7789863"/>
            <a:ext cx="33124775" cy="1856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6E9E311-4DAB-387A-B0DD-B91CE9CF0DAB}"/>
              </a:ext>
            </a:extLst>
          </p:cNvPr>
          <p:cNvSpPr>
            <a:spLocks noGrp="1"/>
          </p:cNvSpPr>
          <p:nvPr>
            <p:ph type="dt" sz="half" idx="2"/>
          </p:nvPr>
        </p:nvSpPr>
        <p:spPr>
          <a:xfrm>
            <a:off x="2640013" y="27120850"/>
            <a:ext cx="8640762" cy="1557338"/>
          </a:xfrm>
          <a:prstGeom prst="rect">
            <a:avLst/>
          </a:prstGeom>
        </p:spPr>
        <p:txBody>
          <a:bodyPr vert="horz" lIns="91440" tIns="45720" rIns="91440" bIns="45720" rtlCol="0" anchor="ctr"/>
          <a:lstStyle>
            <a:lvl1pPr algn="l" eaLnBrk="1" fontAlgn="auto" hangingPunct="1">
              <a:spcBef>
                <a:spcPts val="0"/>
              </a:spcBef>
              <a:spcAft>
                <a:spcPts val="0"/>
              </a:spcAft>
              <a:defRPr sz="5040">
                <a:solidFill>
                  <a:schemeClr val="tx1">
                    <a:tint val="75000"/>
                  </a:schemeClr>
                </a:solidFill>
                <a:latin typeface="+mn-lt"/>
              </a:defRPr>
            </a:lvl1pPr>
          </a:lstStyle>
          <a:p>
            <a:pPr>
              <a:defRPr/>
            </a:pPr>
            <a:fld id="{27CC2ABD-8DAE-4695-9A41-E61D513E2BD8}" type="datetimeFigureOut">
              <a:rPr lang="en-US"/>
              <a:pPr>
                <a:defRPr/>
              </a:pPr>
              <a:t>5/22/26</a:t>
            </a:fld>
            <a:endParaRPr lang="en-US"/>
          </a:p>
        </p:txBody>
      </p:sp>
      <p:sp>
        <p:nvSpPr>
          <p:cNvPr id="5" name="Footer Placeholder 4">
            <a:extLst>
              <a:ext uri="{FF2B5EF4-FFF2-40B4-BE49-F238E27FC236}">
                <a16:creationId xmlns:a16="http://schemas.microsoft.com/office/drawing/2014/main" id="{810DB66C-6ABE-DD24-B56B-3CDA7644F2C0}"/>
              </a:ext>
            </a:extLst>
          </p:cNvPr>
          <p:cNvSpPr>
            <a:spLocks noGrp="1"/>
          </p:cNvSpPr>
          <p:nvPr>
            <p:ph type="ftr" sz="quarter" idx="3"/>
          </p:nvPr>
        </p:nvSpPr>
        <p:spPr>
          <a:xfrm>
            <a:off x="12722225" y="27120850"/>
            <a:ext cx="12960350" cy="1557338"/>
          </a:xfrm>
          <a:prstGeom prst="rect">
            <a:avLst/>
          </a:prstGeom>
        </p:spPr>
        <p:txBody>
          <a:bodyPr vert="horz" lIns="91440" tIns="45720" rIns="91440" bIns="45720" rtlCol="0" anchor="ctr"/>
          <a:lstStyle>
            <a:lvl1pPr algn="ctr" eaLnBrk="1" fontAlgn="auto" hangingPunct="1">
              <a:spcBef>
                <a:spcPts val="0"/>
              </a:spcBef>
              <a:spcAft>
                <a:spcPts val="0"/>
              </a:spcAft>
              <a:defRPr sz="504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A96FEACA-7D95-7AD5-7561-3DC5627889FD}"/>
              </a:ext>
            </a:extLst>
          </p:cNvPr>
          <p:cNvSpPr>
            <a:spLocks noGrp="1"/>
          </p:cNvSpPr>
          <p:nvPr>
            <p:ph type="sldNum" sz="quarter" idx="4"/>
          </p:nvPr>
        </p:nvSpPr>
        <p:spPr>
          <a:xfrm>
            <a:off x="27124025" y="27120850"/>
            <a:ext cx="8640763" cy="1557338"/>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5000">
                <a:solidFill>
                  <a:srgbClr val="898989"/>
                </a:solidFill>
              </a:defRPr>
            </a:lvl1pPr>
          </a:lstStyle>
          <a:p>
            <a:pPr>
              <a:defRPr/>
            </a:pPr>
            <a:fld id="{8925CB24-A3DA-49D2-B617-33DFFCB4910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3840163" rtl="0" eaLnBrk="0" fontAlgn="base" hangingPunct="0">
        <a:lnSpc>
          <a:spcPct val="90000"/>
        </a:lnSpc>
        <a:spcBef>
          <a:spcPct val="0"/>
        </a:spcBef>
        <a:spcAft>
          <a:spcPct val="0"/>
        </a:spcAft>
        <a:defRPr sz="18400" kern="1200">
          <a:solidFill>
            <a:schemeClr val="tx1"/>
          </a:solidFill>
          <a:latin typeface="+mj-lt"/>
          <a:ea typeface="+mj-ea"/>
          <a:cs typeface="+mj-cs"/>
        </a:defRPr>
      </a:lvl1pPr>
      <a:lvl2pPr algn="l" defTabSz="3840163" rtl="0" eaLnBrk="0" fontAlgn="base" hangingPunct="0">
        <a:lnSpc>
          <a:spcPct val="90000"/>
        </a:lnSpc>
        <a:spcBef>
          <a:spcPct val="0"/>
        </a:spcBef>
        <a:spcAft>
          <a:spcPct val="0"/>
        </a:spcAft>
        <a:defRPr sz="18400">
          <a:solidFill>
            <a:schemeClr val="tx1"/>
          </a:solidFill>
          <a:latin typeface="Calibri Light" panose="020F0302020204030204" pitchFamily="34" charset="0"/>
        </a:defRPr>
      </a:lvl2pPr>
      <a:lvl3pPr algn="l" defTabSz="3840163" rtl="0" eaLnBrk="0" fontAlgn="base" hangingPunct="0">
        <a:lnSpc>
          <a:spcPct val="90000"/>
        </a:lnSpc>
        <a:spcBef>
          <a:spcPct val="0"/>
        </a:spcBef>
        <a:spcAft>
          <a:spcPct val="0"/>
        </a:spcAft>
        <a:defRPr sz="18400">
          <a:solidFill>
            <a:schemeClr val="tx1"/>
          </a:solidFill>
          <a:latin typeface="Calibri Light" panose="020F0302020204030204" pitchFamily="34" charset="0"/>
        </a:defRPr>
      </a:lvl3pPr>
      <a:lvl4pPr algn="l" defTabSz="3840163" rtl="0" eaLnBrk="0" fontAlgn="base" hangingPunct="0">
        <a:lnSpc>
          <a:spcPct val="90000"/>
        </a:lnSpc>
        <a:spcBef>
          <a:spcPct val="0"/>
        </a:spcBef>
        <a:spcAft>
          <a:spcPct val="0"/>
        </a:spcAft>
        <a:defRPr sz="18400">
          <a:solidFill>
            <a:schemeClr val="tx1"/>
          </a:solidFill>
          <a:latin typeface="Calibri Light" panose="020F0302020204030204" pitchFamily="34" charset="0"/>
        </a:defRPr>
      </a:lvl4pPr>
      <a:lvl5pPr algn="l" defTabSz="3840163" rtl="0" eaLnBrk="0" fontAlgn="base" hangingPunct="0">
        <a:lnSpc>
          <a:spcPct val="90000"/>
        </a:lnSpc>
        <a:spcBef>
          <a:spcPct val="0"/>
        </a:spcBef>
        <a:spcAft>
          <a:spcPct val="0"/>
        </a:spcAft>
        <a:defRPr sz="18400">
          <a:solidFill>
            <a:schemeClr val="tx1"/>
          </a:solidFill>
          <a:latin typeface="Calibri Light" panose="020F0302020204030204" pitchFamily="34" charset="0"/>
        </a:defRPr>
      </a:lvl5pPr>
      <a:lvl6pPr marL="457200" algn="l" defTabSz="3840163" rtl="0" fontAlgn="base">
        <a:lnSpc>
          <a:spcPct val="90000"/>
        </a:lnSpc>
        <a:spcBef>
          <a:spcPct val="0"/>
        </a:spcBef>
        <a:spcAft>
          <a:spcPct val="0"/>
        </a:spcAft>
        <a:defRPr sz="18400">
          <a:solidFill>
            <a:schemeClr val="tx1"/>
          </a:solidFill>
          <a:latin typeface="Calibri Light" panose="020F0302020204030204" pitchFamily="34" charset="0"/>
        </a:defRPr>
      </a:lvl6pPr>
      <a:lvl7pPr marL="914400" algn="l" defTabSz="3840163" rtl="0" fontAlgn="base">
        <a:lnSpc>
          <a:spcPct val="90000"/>
        </a:lnSpc>
        <a:spcBef>
          <a:spcPct val="0"/>
        </a:spcBef>
        <a:spcAft>
          <a:spcPct val="0"/>
        </a:spcAft>
        <a:defRPr sz="18400">
          <a:solidFill>
            <a:schemeClr val="tx1"/>
          </a:solidFill>
          <a:latin typeface="Calibri Light" panose="020F0302020204030204" pitchFamily="34" charset="0"/>
        </a:defRPr>
      </a:lvl7pPr>
      <a:lvl8pPr marL="1371600" algn="l" defTabSz="3840163" rtl="0" fontAlgn="base">
        <a:lnSpc>
          <a:spcPct val="90000"/>
        </a:lnSpc>
        <a:spcBef>
          <a:spcPct val="0"/>
        </a:spcBef>
        <a:spcAft>
          <a:spcPct val="0"/>
        </a:spcAft>
        <a:defRPr sz="18400">
          <a:solidFill>
            <a:schemeClr val="tx1"/>
          </a:solidFill>
          <a:latin typeface="Calibri Light" panose="020F0302020204030204" pitchFamily="34" charset="0"/>
        </a:defRPr>
      </a:lvl8pPr>
      <a:lvl9pPr marL="1828800" algn="l" defTabSz="3840163" rtl="0" fontAlgn="base">
        <a:lnSpc>
          <a:spcPct val="90000"/>
        </a:lnSpc>
        <a:spcBef>
          <a:spcPct val="0"/>
        </a:spcBef>
        <a:spcAft>
          <a:spcPct val="0"/>
        </a:spcAft>
        <a:defRPr sz="18400">
          <a:solidFill>
            <a:schemeClr val="tx1"/>
          </a:solidFill>
          <a:latin typeface="Calibri Light" panose="020F0302020204030204" pitchFamily="34" charset="0"/>
        </a:defRPr>
      </a:lvl9pPr>
    </p:titleStyle>
    <p:bodyStyle>
      <a:lvl1pPr marL="958850" indent="-958850" algn="l" defTabSz="3840163" rtl="0" eaLnBrk="0" fontAlgn="base" hangingPunct="0">
        <a:lnSpc>
          <a:spcPct val="90000"/>
        </a:lnSpc>
        <a:spcBef>
          <a:spcPts val="4200"/>
        </a:spcBef>
        <a:spcAft>
          <a:spcPct val="0"/>
        </a:spcAft>
        <a:buFont typeface="Arial" panose="020B0604020202020204" pitchFamily="34" charset="0"/>
        <a:buChar char="•"/>
        <a:defRPr sz="11700" kern="1200">
          <a:solidFill>
            <a:schemeClr val="tx1"/>
          </a:solidFill>
          <a:latin typeface="+mn-lt"/>
          <a:ea typeface="+mn-ea"/>
          <a:cs typeface="+mn-cs"/>
        </a:defRPr>
      </a:lvl1pPr>
      <a:lvl2pPr marL="2879725" indent="-958850" algn="l" defTabSz="3840163" rtl="0" eaLnBrk="0" fontAlgn="base" hangingPunct="0">
        <a:lnSpc>
          <a:spcPct val="90000"/>
        </a:lnSpc>
        <a:spcBef>
          <a:spcPts val="2100"/>
        </a:spcBef>
        <a:spcAft>
          <a:spcPct val="0"/>
        </a:spcAft>
        <a:buFont typeface="Arial" panose="020B0604020202020204" pitchFamily="34" charset="0"/>
        <a:buChar char="•"/>
        <a:defRPr sz="10000" kern="1200">
          <a:solidFill>
            <a:schemeClr val="tx1"/>
          </a:solidFill>
          <a:latin typeface="+mn-lt"/>
          <a:ea typeface="+mn-ea"/>
          <a:cs typeface="+mn-cs"/>
        </a:defRPr>
      </a:lvl2pPr>
      <a:lvl3pPr marL="4800600" indent="-958850" algn="l" defTabSz="3840163" rtl="0" eaLnBrk="0" fontAlgn="base" hangingPunct="0">
        <a:lnSpc>
          <a:spcPct val="90000"/>
        </a:lnSpc>
        <a:spcBef>
          <a:spcPts val="2100"/>
        </a:spcBef>
        <a:spcAft>
          <a:spcPct val="0"/>
        </a:spcAft>
        <a:buFont typeface="Arial" panose="020B0604020202020204" pitchFamily="34" charset="0"/>
        <a:buChar char="•"/>
        <a:defRPr sz="8400" kern="1200">
          <a:solidFill>
            <a:schemeClr val="tx1"/>
          </a:solidFill>
          <a:latin typeface="+mn-lt"/>
          <a:ea typeface="+mn-ea"/>
          <a:cs typeface="+mn-cs"/>
        </a:defRPr>
      </a:lvl3pPr>
      <a:lvl4pPr marL="6719888" indent="-958850" algn="l" defTabSz="3840163" rtl="0" eaLnBrk="0" fontAlgn="base" hangingPunct="0">
        <a:lnSpc>
          <a:spcPct val="90000"/>
        </a:lnSpc>
        <a:spcBef>
          <a:spcPts val="2100"/>
        </a:spcBef>
        <a:spcAft>
          <a:spcPct val="0"/>
        </a:spcAft>
        <a:buFont typeface="Arial" panose="020B0604020202020204" pitchFamily="34" charset="0"/>
        <a:buChar char="•"/>
        <a:defRPr sz="7500" kern="1200">
          <a:solidFill>
            <a:schemeClr val="tx1"/>
          </a:solidFill>
          <a:latin typeface="+mn-lt"/>
          <a:ea typeface="+mn-ea"/>
          <a:cs typeface="+mn-cs"/>
        </a:defRPr>
      </a:lvl4pPr>
      <a:lvl5pPr marL="8640763" indent="-958850" algn="l" defTabSz="3840163" rtl="0" eaLnBrk="0" fontAlgn="base" hangingPunct="0">
        <a:lnSpc>
          <a:spcPct val="90000"/>
        </a:lnSpc>
        <a:spcBef>
          <a:spcPts val="2100"/>
        </a:spcBef>
        <a:spcAft>
          <a:spcPct val="0"/>
        </a:spcAft>
        <a:buFont typeface="Arial" panose="020B0604020202020204" pitchFamily="34" charset="0"/>
        <a:buChar char="•"/>
        <a:defRPr sz="750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005B80D-CB36-5BD2-7615-0021F4CCD052}"/>
              </a:ext>
            </a:extLst>
          </p:cNvPr>
          <p:cNvSpPr/>
          <p:nvPr/>
        </p:nvSpPr>
        <p:spPr>
          <a:xfrm>
            <a:off x="0" y="0"/>
            <a:ext cx="38404800" cy="29260799"/>
          </a:xfrm>
          <a:prstGeom prst="rect">
            <a:avLst/>
          </a:prstGeom>
          <a:solidFill>
            <a:srgbClr val="98C08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100" dirty="0"/>
          </a:p>
        </p:txBody>
      </p:sp>
      <p:sp>
        <p:nvSpPr>
          <p:cNvPr id="32" name="Rectangle 31">
            <a:extLst>
              <a:ext uri="{FF2B5EF4-FFF2-40B4-BE49-F238E27FC236}">
                <a16:creationId xmlns:a16="http://schemas.microsoft.com/office/drawing/2014/main" id="{D89C01D5-F225-3DDB-FFD9-2F28B1690410}"/>
              </a:ext>
            </a:extLst>
          </p:cNvPr>
          <p:cNvSpPr/>
          <p:nvPr/>
        </p:nvSpPr>
        <p:spPr>
          <a:xfrm>
            <a:off x="25398413" y="4038283"/>
            <a:ext cx="12763500" cy="23058864"/>
          </a:xfrm>
          <a:prstGeom prst="rect">
            <a:avLst/>
          </a:prstGeom>
          <a:solidFill>
            <a:schemeClr val="bg1"/>
          </a:solidFill>
          <a:ln w="12700">
            <a:solidFill>
              <a:srgbClr val="104D39"/>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425BA3C-7610-C741-3171-AD3DB4FF672E}"/>
              </a:ext>
            </a:extLst>
          </p:cNvPr>
          <p:cNvSpPr/>
          <p:nvPr/>
        </p:nvSpPr>
        <p:spPr>
          <a:xfrm>
            <a:off x="25398413" y="28011863"/>
            <a:ext cx="12763500" cy="974300"/>
          </a:xfrm>
          <a:prstGeom prst="rect">
            <a:avLst/>
          </a:prstGeom>
          <a:solidFill>
            <a:schemeClr val="bg1"/>
          </a:solidFill>
          <a:ln w="12700">
            <a:solidFill>
              <a:srgbClr val="104D39"/>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100"/>
          </a:p>
        </p:txBody>
      </p:sp>
      <p:sp>
        <p:nvSpPr>
          <p:cNvPr id="5" name="Rectangle 4">
            <a:extLst>
              <a:ext uri="{FF2B5EF4-FFF2-40B4-BE49-F238E27FC236}">
                <a16:creationId xmlns:a16="http://schemas.microsoft.com/office/drawing/2014/main" id="{4AE33218-A6EC-DB8E-EB1E-776D0A75684B}"/>
              </a:ext>
            </a:extLst>
          </p:cNvPr>
          <p:cNvSpPr/>
          <p:nvPr/>
        </p:nvSpPr>
        <p:spPr>
          <a:xfrm>
            <a:off x="242888" y="8570561"/>
            <a:ext cx="12469812" cy="20415602"/>
          </a:xfrm>
          <a:prstGeom prst="rect">
            <a:avLst/>
          </a:prstGeom>
          <a:solidFill>
            <a:schemeClr val="bg1"/>
          </a:solidFill>
          <a:ln w="12700">
            <a:solidFill>
              <a:srgbClr val="104D39"/>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Rectangle 1">
            <a:extLst>
              <a:ext uri="{FF2B5EF4-FFF2-40B4-BE49-F238E27FC236}">
                <a16:creationId xmlns:a16="http://schemas.microsoft.com/office/drawing/2014/main" id="{26AF7527-8047-9CF9-0CD9-1E4C3E02FE9A}"/>
              </a:ext>
            </a:extLst>
          </p:cNvPr>
          <p:cNvSpPr/>
          <p:nvPr/>
        </p:nvSpPr>
        <p:spPr>
          <a:xfrm>
            <a:off x="0" y="0"/>
            <a:ext cx="38404800" cy="3850367"/>
          </a:xfrm>
          <a:prstGeom prst="rect">
            <a:avLst/>
          </a:prstGeom>
          <a:solidFill>
            <a:srgbClr val="104D3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9E72218F-2211-D5DA-3DA5-FBAD4077C0B6}"/>
              </a:ext>
            </a:extLst>
          </p:cNvPr>
          <p:cNvSpPr/>
          <p:nvPr/>
        </p:nvSpPr>
        <p:spPr>
          <a:xfrm>
            <a:off x="241300" y="4038283"/>
            <a:ext cx="12469813" cy="4311819"/>
          </a:xfrm>
          <a:prstGeom prst="rect">
            <a:avLst/>
          </a:prstGeom>
          <a:solidFill>
            <a:schemeClr val="bg1"/>
          </a:solidFill>
          <a:ln w="12700">
            <a:solidFill>
              <a:srgbClr val="104D39"/>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AB44B115-B4DD-F053-6C24-D7ED5C4D02C1}"/>
              </a:ext>
            </a:extLst>
          </p:cNvPr>
          <p:cNvSpPr/>
          <p:nvPr/>
        </p:nvSpPr>
        <p:spPr>
          <a:xfrm>
            <a:off x="25522238" y="28223737"/>
            <a:ext cx="12450762" cy="698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en-US" altLang="en-US" sz="1050" b="1" dirty="0">
                <a:solidFill>
                  <a:srgbClr val="104D39"/>
                </a:solidFill>
                <a:latin typeface="Lato" panose="020F0502020204030203" pitchFamily="34" charset="0"/>
                <a:cs typeface="Lato" panose="020F0502020204030203" pitchFamily="34" charset="0"/>
              </a:rPr>
              <a:t>References</a:t>
            </a:r>
            <a:r>
              <a:rPr lang="en-US" altLang="en-US" sz="1200" b="1" dirty="0">
                <a:solidFill>
                  <a:srgbClr val="163E34"/>
                </a:solidFill>
                <a:latin typeface="Lato Bold" panose="020F0502020204030203" pitchFamily="34" charset="0"/>
                <a:cs typeface="Lato Bold" panose="020F0502020204030203" pitchFamily="34" charset="0"/>
              </a:rPr>
              <a:t>: </a:t>
            </a:r>
            <a:endParaRPr lang="en-US" altLang="en-US" sz="1000" b="1" dirty="0">
              <a:solidFill>
                <a:srgbClr val="163E34"/>
              </a:solidFill>
              <a:latin typeface="Lato Bold" panose="020F0502020204030203" pitchFamily="34" charset="0"/>
              <a:cs typeface="Lato Bold" panose="020F0502020204030203" pitchFamily="34" charset="0"/>
            </a:endParaRPr>
          </a:p>
          <a:p>
            <a:pPr marL="342900" indent="-342900" eaLnBrk="1" fontAlgn="auto" hangingPunct="1">
              <a:spcBef>
                <a:spcPts val="0"/>
              </a:spcBef>
              <a:spcAft>
                <a:spcPts val="0"/>
              </a:spcAft>
              <a:buFontTx/>
              <a:buAutoNum type="arabicPeriod"/>
              <a:defRPr/>
            </a:pPr>
            <a:r>
              <a:rPr lang="en-US" sz="750" dirty="0">
                <a:solidFill>
                  <a:srgbClr val="000000"/>
                </a:solidFill>
                <a:latin typeface="Lato" panose="020F0502020204030203" pitchFamily="34" charset="0"/>
                <a:ea typeface="Lato" panose="020F0502020204030203" pitchFamily="34" charset="0"/>
                <a:cs typeface="Lato" panose="020F0502020204030203" pitchFamily="34" charset="0"/>
              </a:rPr>
              <a:t>Sunderland, E. M., Hu, X. C., </a:t>
            </a:r>
            <a:r>
              <a:rPr lang="en-US" sz="750" dirty="0" err="1">
                <a:solidFill>
                  <a:srgbClr val="000000"/>
                </a:solidFill>
                <a:latin typeface="Lato" panose="020F0502020204030203" pitchFamily="34" charset="0"/>
                <a:ea typeface="Lato" panose="020F0502020204030203" pitchFamily="34" charset="0"/>
                <a:cs typeface="Lato" panose="020F0502020204030203" pitchFamily="34" charset="0"/>
              </a:rPr>
              <a:t>Dassuncao</a:t>
            </a:r>
            <a:r>
              <a:rPr lang="en-US" sz="750" dirty="0">
                <a:solidFill>
                  <a:srgbClr val="000000"/>
                </a:solidFill>
                <a:latin typeface="Lato" panose="020F0502020204030203" pitchFamily="34" charset="0"/>
                <a:ea typeface="Lato" panose="020F0502020204030203" pitchFamily="34" charset="0"/>
                <a:cs typeface="Lato" panose="020F0502020204030203" pitchFamily="34" charset="0"/>
              </a:rPr>
              <a:t>, C., </a:t>
            </a:r>
            <a:r>
              <a:rPr lang="en-US" sz="750" dirty="0" err="1">
                <a:solidFill>
                  <a:srgbClr val="000000"/>
                </a:solidFill>
                <a:latin typeface="Lato" panose="020F0502020204030203" pitchFamily="34" charset="0"/>
                <a:ea typeface="Lato" panose="020F0502020204030203" pitchFamily="34" charset="0"/>
                <a:cs typeface="Lato" panose="020F0502020204030203" pitchFamily="34" charset="0"/>
              </a:rPr>
              <a:t>Tokranov</a:t>
            </a:r>
            <a:r>
              <a:rPr lang="en-US" sz="750" dirty="0">
                <a:solidFill>
                  <a:srgbClr val="000000"/>
                </a:solidFill>
                <a:latin typeface="Lato" panose="020F0502020204030203" pitchFamily="34" charset="0"/>
                <a:ea typeface="Lato" panose="020F0502020204030203" pitchFamily="34" charset="0"/>
                <a:cs typeface="Lato" panose="020F0502020204030203" pitchFamily="34" charset="0"/>
              </a:rPr>
              <a:t>, A. K., Wagner, C. C., &amp; Allen, J. G. (2019). A review of the pathways of human exposure to poly- and perfluoroalkyl substances (PFASs) and present understanding of health effects. J Expo Sci Environ Epidemiol, 29(2), 131-147. https://doi.org/10.1038/s41370-018-0094-1</a:t>
            </a:r>
          </a:p>
          <a:p>
            <a:pPr marL="342900" indent="-342900" eaLnBrk="1" fontAlgn="auto" hangingPunct="1">
              <a:spcBef>
                <a:spcPts val="0"/>
              </a:spcBef>
              <a:spcAft>
                <a:spcPts val="0"/>
              </a:spcAft>
              <a:buFontTx/>
              <a:buAutoNum type="arabicPeriod"/>
              <a:defRPr/>
            </a:pPr>
            <a:r>
              <a:rPr lang="en-US" sz="750" dirty="0" err="1">
                <a:solidFill>
                  <a:srgbClr val="000000"/>
                </a:solidFill>
                <a:latin typeface="Lato" panose="020F0502020204030203" pitchFamily="34" charset="0"/>
                <a:ea typeface="Lato" panose="020F0502020204030203" pitchFamily="34" charset="0"/>
                <a:cs typeface="Lato" panose="020F0502020204030203" pitchFamily="34" charset="0"/>
              </a:rPr>
              <a:t>etc</a:t>
            </a:r>
            <a:endParaRPr lang="en-US" sz="750" dirty="0">
              <a:latin typeface="Lato" panose="020F0502020204030203" pitchFamily="34" charset="0"/>
              <a:ea typeface="Lato" panose="020F0502020204030203" pitchFamily="34" charset="0"/>
              <a:cs typeface="Lato" panose="020F0502020204030203" pitchFamily="34" charset="0"/>
            </a:endParaRPr>
          </a:p>
          <a:p>
            <a:pPr marL="342900" indent="-342900" eaLnBrk="1" fontAlgn="auto" hangingPunct="1">
              <a:spcBef>
                <a:spcPts val="0"/>
              </a:spcBef>
              <a:spcAft>
                <a:spcPts val="0"/>
              </a:spcAft>
              <a:buFontTx/>
              <a:buAutoNum type="arabicPeriod"/>
              <a:defRPr/>
            </a:pPr>
            <a:endParaRPr lang="fr-FR" sz="750" dirty="0">
              <a:solidFill>
                <a:srgbClr val="000000"/>
              </a:solidFill>
              <a:latin typeface="Lato" panose="020F0502020204030203" pitchFamily="34" charset="0"/>
              <a:ea typeface="Lato" panose="020F0502020204030203" pitchFamily="34" charset="0"/>
              <a:cs typeface="Lato" panose="020F0502020204030203" pitchFamily="34" charset="0"/>
            </a:endParaRPr>
          </a:p>
          <a:p>
            <a:pPr marL="342900" indent="-342900" eaLnBrk="1" fontAlgn="auto" hangingPunct="1">
              <a:spcBef>
                <a:spcPts val="0"/>
              </a:spcBef>
              <a:spcAft>
                <a:spcPts val="0"/>
              </a:spcAft>
              <a:buFontTx/>
              <a:buAutoNum type="arabicPeriod"/>
              <a:defRPr/>
            </a:pPr>
            <a:endParaRPr lang="fr-FR" sz="750" dirty="0">
              <a:solidFill>
                <a:srgbClr val="000000"/>
              </a:solidFill>
              <a:latin typeface="Lato" panose="020F0502020204030203" pitchFamily="34" charset="0"/>
              <a:ea typeface="Lato" panose="020F0502020204030203" pitchFamily="34" charset="0"/>
              <a:cs typeface="Lato" panose="020F0502020204030203" pitchFamily="34" charset="0"/>
            </a:endParaRPr>
          </a:p>
        </p:txBody>
      </p:sp>
      <p:sp>
        <p:nvSpPr>
          <p:cNvPr id="10" name="Rectangle 9">
            <a:extLst>
              <a:ext uri="{FF2B5EF4-FFF2-40B4-BE49-F238E27FC236}">
                <a16:creationId xmlns:a16="http://schemas.microsoft.com/office/drawing/2014/main" id="{8CEB9DB3-484A-1FEE-409D-4A4BE2D70694}"/>
              </a:ext>
            </a:extLst>
          </p:cNvPr>
          <p:cNvSpPr/>
          <p:nvPr/>
        </p:nvSpPr>
        <p:spPr>
          <a:xfrm>
            <a:off x="12955588" y="16101676"/>
            <a:ext cx="12144375" cy="9003866"/>
          </a:xfrm>
          <a:prstGeom prst="rect">
            <a:avLst/>
          </a:prstGeom>
          <a:solidFill>
            <a:schemeClr val="bg1"/>
          </a:solidFill>
          <a:ln w="12700">
            <a:solidFill>
              <a:srgbClr val="104D39"/>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1" name="Rectangle 10">
            <a:extLst>
              <a:ext uri="{FF2B5EF4-FFF2-40B4-BE49-F238E27FC236}">
                <a16:creationId xmlns:a16="http://schemas.microsoft.com/office/drawing/2014/main" id="{729D2F43-8E08-6B57-B0B3-B4682D040BF0}"/>
              </a:ext>
            </a:extLst>
          </p:cNvPr>
          <p:cNvSpPr/>
          <p:nvPr/>
        </p:nvSpPr>
        <p:spPr>
          <a:xfrm>
            <a:off x="12987338" y="4055745"/>
            <a:ext cx="12130087" cy="10939717"/>
          </a:xfrm>
          <a:prstGeom prst="rect">
            <a:avLst/>
          </a:prstGeom>
          <a:solidFill>
            <a:srgbClr val="104D39"/>
          </a:solidFill>
          <a:ln>
            <a:solidFill>
              <a:srgbClr val="104D39"/>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083" name="TextBox 1">
            <a:extLst>
              <a:ext uri="{FF2B5EF4-FFF2-40B4-BE49-F238E27FC236}">
                <a16:creationId xmlns:a16="http://schemas.microsoft.com/office/drawing/2014/main" id="{F3BA12DF-30D2-02FD-05E0-56E371F59D00}"/>
              </a:ext>
            </a:extLst>
          </p:cNvPr>
          <p:cNvSpPr txBox="1">
            <a:spLocks noChangeArrowheads="1"/>
          </p:cNvSpPr>
          <p:nvPr/>
        </p:nvSpPr>
        <p:spPr bwMode="auto">
          <a:xfrm>
            <a:off x="6934193" y="268040"/>
            <a:ext cx="25069807" cy="1912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4200"/>
              </a:spcBef>
              <a:buFont typeface="Arial" panose="020B0604020202020204" pitchFamily="34" charset="0"/>
              <a:buChar char="•"/>
              <a:defRPr sz="11700">
                <a:solidFill>
                  <a:schemeClr val="tx1"/>
                </a:solidFill>
                <a:latin typeface="Calibri" panose="020F0502020204030204" pitchFamily="34" charset="0"/>
              </a:defRPr>
            </a:lvl1pPr>
            <a:lvl2pPr marL="2879725" indent="-958850">
              <a:lnSpc>
                <a:spcPct val="90000"/>
              </a:lnSpc>
              <a:spcBef>
                <a:spcPts val="2100"/>
              </a:spcBef>
              <a:buFont typeface="Arial" panose="020B0604020202020204" pitchFamily="34" charset="0"/>
              <a:buChar char="•"/>
              <a:defRPr sz="10000">
                <a:solidFill>
                  <a:schemeClr val="tx1"/>
                </a:solidFill>
                <a:latin typeface="Calibri" panose="020F0502020204030204" pitchFamily="34" charset="0"/>
              </a:defRPr>
            </a:lvl2pPr>
            <a:lvl3pPr marL="4800600" indent="-958850">
              <a:lnSpc>
                <a:spcPct val="90000"/>
              </a:lnSpc>
              <a:spcBef>
                <a:spcPts val="2100"/>
              </a:spcBef>
              <a:buFont typeface="Arial" panose="020B0604020202020204" pitchFamily="34" charset="0"/>
              <a:buChar char="•"/>
              <a:defRPr sz="8400">
                <a:solidFill>
                  <a:schemeClr val="tx1"/>
                </a:solidFill>
                <a:latin typeface="Calibri" panose="020F0502020204030204" pitchFamily="34" charset="0"/>
              </a:defRPr>
            </a:lvl3pPr>
            <a:lvl4pPr marL="6719888"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4pPr>
            <a:lvl5pPr marL="8640763"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5pPr>
            <a:lvl6pPr marL="90979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95551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100123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104695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algn="ctr" eaLnBrk="1" hangingPunct="1">
              <a:lnSpc>
                <a:spcPct val="115000"/>
              </a:lnSpc>
              <a:spcBef>
                <a:spcPct val="0"/>
              </a:spcBef>
              <a:spcAft>
                <a:spcPts val="600"/>
              </a:spcAft>
              <a:buNone/>
            </a:pPr>
            <a:r>
              <a:rPr lang="en-US" altLang="en-US" sz="5400" b="1" dirty="0">
                <a:solidFill>
                  <a:schemeClr val="bg1"/>
                </a:solidFill>
                <a:latin typeface="Lato" panose="020F0502020204030203" pitchFamily="34" charset="0"/>
                <a:ea typeface="Calibri" panose="020F0502020204030204" pitchFamily="34" charset="0"/>
                <a:cs typeface="Arial" panose="020B0604020202020204" pitchFamily="34" charset="0"/>
              </a:rPr>
              <a:t>Interactive Web-Based Framework for Estimating PFAS Screening Values and Dietary Exposure Through the Soil–Crop–Cattle Pathway</a:t>
            </a:r>
          </a:p>
        </p:txBody>
      </p:sp>
      <p:sp>
        <p:nvSpPr>
          <p:cNvPr id="3084" name="TextBox 1">
            <a:extLst>
              <a:ext uri="{FF2B5EF4-FFF2-40B4-BE49-F238E27FC236}">
                <a16:creationId xmlns:a16="http://schemas.microsoft.com/office/drawing/2014/main" id="{72D155AE-38EE-43E0-8B71-93AF03552462}"/>
              </a:ext>
            </a:extLst>
          </p:cNvPr>
          <p:cNvSpPr txBox="1">
            <a:spLocks noChangeArrowheads="1"/>
          </p:cNvSpPr>
          <p:nvPr/>
        </p:nvSpPr>
        <p:spPr bwMode="auto">
          <a:xfrm>
            <a:off x="4366635" y="2130273"/>
            <a:ext cx="29671530" cy="1494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4200"/>
              </a:spcBef>
              <a:buFont typeface="Arial" panose="020B0604020202020204" pitchFamily="34" charset="0"/>
              <a:buChar char="•"/>
              <a:defRPr sz="11700">
                <a:solidFill>
                  <a:schemeClr val="tx1"/>
                </a:solidFill>
                <a:latin typeface="Calibri" panose="020F0502020204030204" pitchFamily="34" charset="0"/>
              </a:defRPr>
            </a:lvl1pPr>
            <a:lvl2pPr marL="2879725" indent="-958850">
              <a:lnSpc>
                <a:spcPct val="90000"/>
              </a:lnSpc>
              <a:spcBef>
                <a:spcPts val="2100"/>
              </a:spcBef>
              <a:buFont typeface="Arial" panose="020B0604020202020204" pitchFamily="34" charset="0"/>
              <a:buChar char="•"/>
              <a:defRPr sz="10000">
                <a:solidFill>
                  <a:schemeClr val="tx1"/>
                </a:solidFill>
                <a:latin typeface="Calibri" panose="020F0502020204030204" pitchFamily="34" charset="0"/>
              </a:defRPr>
            </a:lvl2pPr>
            <a:lvl3pPr marL="4800600" indent="-958850">
              <a:lnSpc>
                <a:spcPct val="90000"/>
              </a:lnSpc>
              <a:spcBef>
                <a:spcPts val="2100"/>
              </a:spcBef>
              <a:buFont typeface="Arial" panose="020B0604020202020204" pitchFamily="34" charset="0"/>
              <a:buChar char="•"/>
              <a:defRPr sz="8400">
                <a:solidFill>
                  <a:schemeClr val="tx1"/>
                </a:solidFill>
                <a:latin typeface="Calibri" panose="020F0502020204030204" pitchFamily="34" charset="0"/>
              </a:defRPr>
            </a:lvl3pPr>
            <a:lvl4pPr marL="6719888"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4pPr>
            <a:lvl5pPr marL="8640763"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5pPr>
            <a:lvl6pPr marL="90979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95551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100123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104695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algn="ctr" eaLnBrk="1" hangingPunct="1">
              <a:lnSpc>
                <a:spcPct val="114000"/>
              </a:lnSpc>
              <a:spcBef>
                <a:spcPct val="0"/>
              </a:spcBef>
              <a:spcAft>
                <a:spcPts val="1200"/>
              </a:spcAft>
              <a:buFontTx/>
              <a:buNone/>
            </a:pPr>
            <a:r>
              <a:rPr lang="en-US" altLang="en-US" sz="4400" dirty="0">
                <a:solidFill>
                  <a:schemeClr val="bg1"/>
                </a:solidFill>
                <a:latin typeface="Lato" panose="020F0502020204030203" pitchFamily="34" charset="0"/>
                <a:ea typeface="Lato" panose="020F0502020204030203" pitchFamily="34" charset="0"/>
                <a:cs typeface="Segoe UI" panose="020B0502040204020203" pitchFamily="34" charset="0"/>
              </a:rPr>
              <a:t>Jiahe Tian,</a:t>
            </a:r>
            <a:r>
              <a:rPr lang="en-US" altLang="en-US" sz="4400" baseline="30000" dirty="0">
                <a:solidFill>
                  <a:schemeClr val="bg1"/>
                </a:solidFill>
                <a:latin typeface="Lato" panose="020F0502020204030203" pitchFamily="34" charset="0"/>
                <a:ea typeface="Lato" panose="020F0502020204030203" pitchFamily="34" charset="0"/>
                <a:cs typeface="Segoe UI" panose="020B0502040204020203" pitchFamily="34" charset="0"/>
              </a:rPr>
              <a:t>1</a:t>
            </a:r>
            <a:r>
              <a:rPr lang="en-US" altLang="en-US" sz="4400" dirty="0">
                <a:solidFill>
                  <a:schemeClr val="bg1"/>
                </a:solidFill>
                <a:latin typeface="Lato" panose="020F0502020204030203" pitchFamily="34" charset="0"/>
                <a:ea typeface="Lato" panose="020F0502020204030203" pitchFamily="34" charset="0"/>
                <a:cs typeface="Segoe UI" panose="020B0502040204020203" pitchFamily="34" charset="0"/>
              </a:rPr>
              <a:t> Courtney Carignan</a:t>
            </a:r>
            <a:r>
              <a:rPr lang="en-US" altLang="en-US" sz="4400" baseline="30000" dirty="0">
                <a:solidFill>
                  <a:schemeClr val="bg1"/>
                </a:solidFill>
                <a:latin typeface="Lato" panose="020F0502020204030203" pitchFamily="34" charset="0"/>
                <a:ea typeface="Lato" panose="020F0502020204030203" pitchFamily="34" charset="0"/>
                <a:cs typeface="Segoe UI" panose="020B0502040204020203" pitchFamily="34" charset="0"/>
              </a:rPr>
              <a:t>1,2 </a:t>
            </a:r>
          </a:p>
          <a:p>
            <a:pPr algn="ctr" eaLnBrk="1" hangingPunct="1">
              <a:lnSpc>
                <a:spcPct val="114000"/>
              </a:lnSpc>
              <a:spcBef>
                <a:spcPct val="0"/>
              </a:spcBef>
              <a:buFontTx/>
              <a:buNone/>
            </a:pPr>
            <a:r>
              <a:rPr lang="en-US" altLang="en-US" sz="3000" baseline="30000" dirty="0">
                <a:solidFill>
                  <a:schemeClr val="bg1"/>
                </a:solidFill>
                <a:latin typeface="Lato" panose="020F0502020204030203" pitchFamily="34" charset="0"/>
                <a:ea typeface="Lato" panose="020F0502020204030203" pitchFamily="34" charset="0"/>
                <a:cs typeface="Segoe UI" panose="020B0502040204020203" pitchFamily="34" charset="0"/>
              </a:rPr>
              <a:t>1</a:t>
            </a:r>
            <a:r>
              <a:rPr lang="en-US" altLang="en-US" sz="3000" dirty="0">
                <a:solidFill>
                  <a:schemeClr val="bg1"/>
                </a:solidFill>
                <a:latin typeface="Lato" panose="020F0502020204030203" pitchFamily="34" charset="0"/>
                <a:ea typeface="Lato" panose="020F0502020204030203" pitchFamily="34" charset="0"/>
                <a:cs typeface="Segoe UI" panose="020B0502040204020203" pitchFamily="34" charset="0"/>
              </a:rPr>
              <a:t>Department of Food Science and Nutrition, Michigan State University; </a:t>
            </a:r>
            <a:r>
              <a:rPr lang="en-US" altLang="en-US" sz="3000" baseline="30000" dirty="0">
                <a:solidFill>
                  <a:schemeClr val="bg1"/>
                </a:solidFill>
                <a:latin typeface="Lato" panose="020F0502020204030203" pitchFamily="34" charset="0"/>
                <a:ea typeface="Lato" panose="020F0502020204030203" pitchFamily="34" charset="0"/>
                <a:cs typeface="Segoe UI" panose="020B0502040204020203" pitchFamily="34" charset="0"/>
              </a:rPr>
              <a:t>2</a:t>
            </a:r>
            <a:r>
              <a:rPr lang="en-US" altLang="en-US" sz="3000" dirty="0">
                <a:solidFill>
                  <a:schemeClr val="bg1"/>
                </a:solidFill>
                <a:latin typeface="Lato" panose="020F0502020204030203" pitchFamily="34" charset="0"/>
                <a:ea typeface="Lato" panose="020F0502020204030203" pitchFamily="34" charset="0"/>
                <a:cs typeface="Segoe UI" panose="020B0502040204020203" pitchFamily="34" charset="0"/>
              </a:rPr>
              <a:t>Department of Pharmacology and Toxicology, Michigan State University </a:t>
            </a:r>
          </a:p>
        </p:txBody>
      </p:sp>
      <p:sp>
        <p:nvSpPr>
          <p:cNvPr id="20" name="TextBox 1">
            <a:extLst>
              <a:ext uri="{FF2B5EF4-FFF2-40B4-BE49-F238E27FC236}">
                <a16:creationId xmlns:a16="http://schemas.microsoft.com/office/drawing/2014/main" id="{C4AFE89C-794A-AB46-F47D-91AFF2CC1B3A}"/>
              </a:ext>
            </a:extLst>
          </p:cNvPr>
          <p:cNvSpPr txBox="1"/>
          <p:nvPr/>
        </p:nvSpPr>
        <p:spPr>
          <a:xfrm>
            <a:off x="485900" y="8917628"/>
            <a:ext cx="12100990" cy="770903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lnSpc>
                <a:spcPct val="114000"/>
              </a:lnSpc>
              <a:spcBef>
                <a:spcPts val="0"/>
              </a:spcBef>
              <a:spcAft>
                <a:spcPts val="600"/>
              </a:spcAft>
              <a:defRPr/>
            </a:pPr>
            <a:r>
              <a:rPr lang="en-US" sz="3600" b="1" dirty="0">
                <a:solidFill>
                  <a:srgbClr val="163E34"/>
                </a:solidFill>
                <a:latin typeface="Lato Bold" panose="020F0502020204030203" pitchFamily="34" charset="0"/>
                <a:ea typeface="Lato Bold" panose="020F0502020204030203" pitchFamily="34" charset="0"/>
                <a:cs typeface="Lato Bold" panose="020F0502020204030203" pitchFamily="34" charset="0"/>
              </a:rPr>
              <a:t>BACKGROUND</a:t>
            </a:r>
            <a:r>
              <a:rPr lang="en-US" sz="3490" b="1" dirty="0">
                <a:solidFill>
                  <a:srgbClr val="163E34"/>
                </a:solidFill>
                <a:latin typeface="Lato Bold" panose="020F0502020204030203" pitchFamily="34" charset="0"/>
                <a:ea typeface="Lato Bold" panose="020F0502020204030203" pitchFamily="34" charset="0"/>
                <a:cs typeface="Lato Bold" panose="020F0502020204030203" pitchFamily="34" charset="0"/>
              </a:rPr>
              <a:t>: </a:t>
            </a:r>
          </a:p>
          <a:p>
            <a:pPr marL="457200"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PFAS are persistent contaminants that may enter agricultural systems through land-applied biosolids. </a:t>
            </a:r>
          </a:p>
          <a:p>
            <a:pPr marL="457200"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PFAS can transfer from amended soils into crops and livestock tissues. </a:t>
            </a:r>
          </a:p>
          <a:p>
            <a:pPr marL="457200"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Existing exposure assessment approaches are often difficult to adapt for scenario-based screening and risk communication.</a:t>
            </a:r>
          </a:p>
          <a:p>
            <a:pPr marL="457200"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Few accessible tools allow users to evaluate how assumptions about transfer factors, consumption rates, and toxicity values influence estimated exposure and screening values.</a:t>
            </a:r>
          </a:p>
        </p:txBody>
      </p:sp>
      <p:sp>
        <p:nvSpPr>
          <p:cNvPr id="21" name="TextBox 1">
            <a:extLst>
              <a:ext uri="{FF2B5EF4-FFF2-40B4-BE49-F238E27FC236}">
                <a16:creationId xmlns:a16="http://schemas.microsoft.com/office/drawing/2014/main" id="{258AB429-D968-E5A0-F935-3B453B7586E9}"/>
              </a:ext>
            </a:extLst>
          </p:cNvPr>
          <p:cNvSpPr txBox="1"/>
          <p:nvPr/>
        </p:nvSpPr>
        <p:spPr>
          <a:xfrm>
            <a:off x="519113" y="4371658"/>
            <a:ext cx="11912600" cy="3804568"/>
          </a:xfrm>
          <a:prstGeom prst="rect">
            <a:avLst/>
          </a:prstGeom>
          <a:noFill/>
        </p:spPr>
        <p:txBody>
          <a:bodyP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lnSpc>
                <a:spcPct val="114000"/>
              </a:lnSpc>
              <a:spcBef>
                <a:spcPts val="0"/>
              </a:spcBef>
              <a:spcAft>
                <a:spcPts val="600"/>
              </a:spcAft>
              <a:defRPr/>
            </a:pPr>
            <a:r>
              <a:rPr lang="en-US" sz="3600" b="1" dirty="0">
                <a:solidFill>
                  <a:srgbClr val="163E34"/>
                </a:solidFill>
                <a:latin typeface="Lato Bold" panose="020F0502020204030203" pitchFamily="34" charset="0"/>
                <a:ea typeface="Lato Bold" panose="020F0502020204030203" pitchFamily="34" charset="0"/>
                <a:cs typeface="Lato Bold" panose="020F0502020204030203" pitchFamily="34" charset="0"/>
              </a:rPr>
              <a:t>OBJECTIVE:</a:t>
            </a:r>
          </a:p>
          <a:p>
            <a:pPr fontAlgn="auto">
              <a:lnSpc>
                <a:spcPct val="114000"/>
              </a:lnSpc>
              <a:spcBef>
                <a:spcPts val="0"/>
              </a:spcBef>
              <a:spcAft>
                <a:spcPts val="600"/>
              </a:spcAft>
              <a:defRPr/>
            </a:pPr>
            <a:r>
              <a:rPr lang="en-US" sz="3490" dirty="0">
                <a:latin typeface="Lato" panose="020F0502020204030203" pitchFamily="34" charset="0"/>
                <a:ea typeface="Lato" panose="020F0502020204030203" pitchFamily="34" charset="0"/>
                <a:cs typeface="Lato" panose="020F0502020204030203" pitchFamily="34" charset="0"/>
              </a:rPr>
              <a:t>To</a:t>
            </a:r>
            <a:r>
              <a:rPr lang="zh-CN" altLang="en-US" sz="3490" dirty="0">
                <a:latin typeface="Lato" panose="020F0502020204030203" pitchFamily="34" charset="0"/>
                <a:ea typeface="Lato" panose="020F0502020204030203" pitchFamily="34" charset="0"/>
                <a:cs typeface="Lato" panose="020F0502020204030203" pitchFamily="34" charset="0"/>
              </a:rPr>
              <a:t> </a:t>
            </a:r>
            <a:r>
              <a:rPr lang="en-US" sz="3490" dirty="0">
                <a:latin typeface="Lato" panose="020F0502020204030203" pitchFamily="34" charset="0"/>
                <a:ea typeface="Lato" panose="020F0502020204030203" pitchFamily="34" charset="0"/>
                <a:cs typeface="Lato" panose="020F0502020204030203" pitchFamily="34" charset="0"/>
              </a:rPr>
              <a:t>develop an interactive web-based decision-support framework that estimates PFAS transfer through the soil–crop–cattle pathway and translates agricultural contamination scenarios into human dietary exposure and screening values.</a:t>
            </a:r>
          </a:p>
        </p:txBody>
      </p:sp>
      <p:sp>
        <p:nvSpPr>
          <p:cNvPr id="3087" name="object 8">
            <a:extLst>
              <a:ext uri="{FF2B5EF4-FFF2-40B4-BE49-F238E27FC236}">
                <a16:creationId xmlns:a16="http://schemas.microsoft.com/office/drawing/2014/main" id="{E56B40AE-D2F5-370C-4F89-BAC30C18E280}"/>
              </a:ext>
            </a:extLst>
          </p:cNvPr>
          <p:cNvSpPr txBox="1">
            <a:spLocks noChangeArrowheads="1"/>
          </p:cNvSpPr>
          <p:nvPr/>
        </p:nvSpPr>
        <p:spPr bwMode="auto">
          <a:xfrm>
            <a:off x="675596" y="16678531"/>
            <a:ext cx="11520488" cy="1213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0485" rIns="0" bIns="0">
            <a:spAutoFit/>
          </a:bodyPr>
          <a:lstStyle>
            <a:lvl1pPr marL="254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550"/>
              </a:spcBef>
              <a:spcAft>
                <a:spcPts val="600"/>
              </a:spcAft>
            </a:pPr>
            <a:r>
              <a:rPr lang="en-US" altLang="en-US" sz="3600" b="1" dirty="0">
                <a:solidFill>
                  <a:srgbClr val="163E34"/>
                </a:solidFill>
                <a:latin typeface="Lato Bold" panose="020F0502020204030203" pitchFamily="34" charset="0"/>
                <a:ea typeface="Lato Bold" panose="020F0502020204030203" pitchFamily="34" charset="0"/>
                <a:cs typeface="Lato Bold" panose="020F0502020204030203" pitchFamily="34" charset="0"/>
              </a:rPr>
              <a:t>METHODS:</a:t>
            </a:r>
          </a:p>
          <a:p>
            <a:pPr marL="457200"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Module 1: User Inputs</a:t>
            </a:r>
          </a:p>
          <a:p>
            <a:pPr marL="457200" indent="-457200" fontAlgn="auto">
              <a:lnSpc>
                <a:spcPct val="114000"/>
              </a:lnSpc>
              <a:spcBef>
                <a:spcPts val="0"/>
              </a:spcBef>
              <a:spcAft>
                <a:spcPts val="600"/>
              </a:spcAft>
              <a:buFont typeface="Arial" panose="020B0604020202020204" pitchFamily="34" charset="0"/>
              <a:buChar char="•"/>
              <a:defRPr/>
            </a:pPr>
            <a:endParaRPr lang="en-US" sz="3490" dirty="0">
              <a:latin typeface="Lato" panose="020F0502020204030203" pitchFamily="34" charset="0"/>
              <a:ea typeface="Lato" panose="020F0502020204030203" pitchFamily="34" charset="0"/>
              <a:cs typeface="Lato" panose="020F0502020204030203" pitchFamily="34" charset="0"/>
            </a:endParaRPr>
          </a:p>
          <a:p>
            <a:pPr marL="457200" indent="-457200" fontAlgn="auto">
              <a:lnSpc>
                <a:spcPct val="114000"/>
              </a:lnSpc>
              <a:spcBef>
                <a:spcPts val="0"/>
              </a:spcBef>
              <a:spcAft>
                <a:spcPts val="600"/>
              </a:spcAft>
              <a:buFont typeface="Arial" panose="020B0604020202020204" pitchFamily="34" charset="0"/>
              <a:buChar char="•"/>
              <a:defRPr/>
            </a:pPr>
            <a:endParaRPr lang="en-US" sz="3490" dirty="0">
              <a:latin typeface="Lato" panose="020F0502020204030203" pitchFamily="34" charset="0"/>
              <a:ea typeface="Lato" panose="020F0502020204030203" pitchFamily="34" charset="0"/>
              <a:cs typeface="Lato" panose="020F0502020204030203" pitchFamily="34" charset="0"/>
            </a:endParaRPr>
          </a:p>
          <a:p>
            <a:pPr marL="457200" indent="-457200" fontAlgn="auto">
              <a:lnSpc>
                <a:spcPct val="114000"/>
              </a:lnSpc>
              <a:spcBef>
                <a:spcPts val="0"/>
              </a:spcBef>
              <a:spcAft>
                <a:spcPts val="600"/>
              </a:spcAft>
              <a:buFont typeface="Arial" panose="020B0604020202020204" pitchFamily="34" charset="0"/>
              <a:buChar char="•"/>
              <a:defRPr/>
            </a:pPr>
            <a:endParaRPr lang="en-US" sz="3490" dirty="0">
              <a:latin typeface="Lato" panose="020F0502020204030203" pitchFamily="34" charset="0"/>
              <a:ea typeface="Lato" panose="020F0502020204030203" pitchFamily="34" charset="0"/>
              <a:cs typeface="Lato" panose="020F0502020204030203" pitchFamily="34" charset="0"/>
            </a:endParaRPr>
          </a:p>
          <a:p>
            <a:pPr marL="457200" indent="-457200" fontAlgn="auto">
              <a:lnSpc>
                <a:spcPct val="114000"/>
              </a:lnSpc>
              <a:spcBef>
                <a:spcPts val="0"/>
              </a:spcBef>
              <a:spcAft>
                <a:spcPts val="600"/>
              </a:spcAft>
              <a:buFont typeface="Arial" panose="020B0604020202020204" pitchFamily="34" charset="0"/>
              <a:buChar char="•"/>
              <a:defRPr/>
            </a:pPr>
            <a:endParaRPr lang="en-US" sz="3490" dirty="0">
              <a:latin typeface="Lato" panose="020F0502020204030203" pitchFamily="34" charset="0"/>
              <a:ea typeface="Lato" panose="020F0502020204030203" pitchFamily="34" charset="0"/>
              <a:cs typeface="Lato" panose="020F0502020204030203" pitchFamily="34" charset="0"/>
            </a:endParaRPr>
          </a:p>
          <a:p>
            <a:pPr marL="457200" indent="-457200" fontAlgn="auto">
              <a:lnSpc>
                <a:spcPct val="114000"/>
              </a:lnSpc>
              <a:spcBef>
                <a:spcPts val="0"/>
              </a:spcBef>
              <a:spcAft>
                <a:spcPts val="600"/>
              </a:spcAft>
              <a:buFont typeface="Arial" panose="020B0604020202020204" pitchFamily="34" charset="0"/>
              <a:buChar char="•"/>
              <a:defRPr/>
            </a:pPr>
            <a:endParaRPr lang="en-US" sz="3490" dirty="0">
              <a:latin typeface="Lato" panose="020F0502020204030203" pitchFamily="34" charset="0"/>
              <a:ea typeface="Lato" panose="020F0502020204030203" pitchFamily="34" charset="0"/>
              <a:cs typeface="Lato" panose="020F0502020204030203" pitchFamily="34" charset="0"/>
            </a:endParaRPr>
          </a:p>
          <a:p>
            <a:pPr marL="457200" indent="-457200" fontAlgn="auto">
              <a:lnSpc>
                <a:spcPct val="114000"/>
              </a:lnSpc>
              <a:spcBef>
                <a:spcPts val="0"/>
              </a:spcBef>
              <a:spcAft>
                <a:spcPts val="600"/>
              </a:spcAft>
              <a:buFont typeface="Arial" panose="020B0604020202020204" pitchFamily="34" charset="0"/>
              <a:buChar char="•"/>
              <a:defRPr/>
            </a:pPr>
            <a:endParaRPr lang="en-US" sz="3490" dirty="0">
              <a:latin typeface="Lato" panose="020F0502020204030203" pitchFamily="34" charset="0"/>
              <a:ea typeface="Lato" panose="020F0502020204030203" pitchFamily="34" charset="0"/>
              <a:cs typeface="Lato" panose="020F0502020204030203" pitchFamily="34" charset="0"/>
            </a:endParaRPr>
          </a:p>
          <a:p>
            <a:pPr marL="457200" indent="-457200" fontAlgn="auto">
              <a:lnSpc>
                <a:spcPct val="114000"/>
              </a:lnSpc>
              <a:spcBef>
                <a:spcPts val="0"/>
              </a:spcBef>
              <a:spcAft>
                <a:spcPts val="600"/>
              </a:spcAft>
              <a:buFont typeface="Arial" panose="020B0604020202020204" pitchFamily="34" charset="0"/>
              <a:buChar char="•"/>
              <a:defRPr/>
            </a:pPr>
            <a:endParaRPr lang="en-US" sz="3490" dirty="0">
              <a:latin typeface="Lato" panose="020F0502020204030203" pitchFamily="34" charset="0"/>
              <a:ea typeface="Lato" panose="020F0502020204030203" pitchFamily="34" charset="0"/>
              <a:cs typeface="Lato" panose="020F0502020204030203" pitchFamily="34" charset="0"/>
            </a:endParaRPr>
          </a:p>
          <a:p>
            <a:pPr marL="457200" indent="-457200" fontAlgn="auto">
              <a:lnSpc>
                <a:spcPct val="114000"/>
              </a:lnSpc>
              <a:spcBef>
                <a:spcPts val="0"/>
              </a:spcBef>
              <a:spcAft>
                <a:spcPts val="600"/>
              </a:spcAft>
              <a:buFont typeface="Arial" panose="020B0604020202020204" pitchFamily="34" charset="0"/>
              <a:buChar char="•"/>
              <a:defRPr/>
            </a:pPr>
            <a:endParaRPr lang="en-US" sz="3490" dirty="0">
              <a:latin typeface="Lato" panose="020F0502020204030203" pitchFamily="34" charset="0"/>
              <a:ea typeface="Lato" panose="020F0502020204030203" pitchFamily="34" charset="0"/>
              <a:cs typeface="Lato" panose="020F0502020204030203" pitchFamily="34" charset="0"/>
            </a:endParaRPr>
          </a:p>
          <a:p>
            <a:pPr marL="0" fontAlgn="auto">
              <a:lnSpc>
                <a:spcPct val="114000"/>
              </a:lnSpc>
              <a:spcBef>
                <a:spcPts val="0"/>
              </a:spcBef>
              <a:spcAft>
                <a:spcPts val="600"/>
              </a:spcAft>
              <a:defRPr/>
            </a:pPr>
            <a:endParaRPr lang="en-US" sz="3490" dirty="0">
              <a:latin typeface="Lato" panose="020F0502020204030203" pitchFamily="34" charset="0"/>
              <a:ea typeface="Lato" panose="020F0502020204030203" pitchFamily="34" charset="0"/>
              <a:cs typeface="Lato" panose="020F0502020204030203" pitchFamily="34" charset="0"/>
            </a:endParaRPr>
          </a:p>
          <a:p>
            <a:pPr marL="457200"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Module 2: Literature-Derived Defaults</a:t>
            </a:r>
          </a:p>
          <a:p>
            <a:pPr marL="1174750" lvl="1"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Default values were compiled from published literature. </a:t>
            </a:r>
          </a:p>
          <a:p>
            <a:pPr marL="1174750" lvl="1"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Users can modify assumptions to evaluate alternative exposure scenarios.</a:t>
            </a:r>
          </a:p>
          <a:p>
            <a:pPr marL="457200"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Module 3: Cattle PFOS Pharmacokinetic Model</a:t>
            </a:r>
          </a:p>
          <a:p>
            <a:pPr marL="457200" indent="-457200" fontAlgn="auto">
              <a:lnSpc>
                <a:spcPct val="114000"/>
              </a:lnSpc>
              <a:spcBef>
                <a:spcPts val="0"/>
              </a:spcBef>
              <a:spcAft>
                <a:spcPts val="600"/>
              </a:spcAft>
              <a:buFont typeface="Arial" panose="020B0604020202020204" pitchFamily="34" charset="0"/>
              <a:buChar char="•"/>
              <a:defRPr/>
            </a:pPr>
            <a:r>
              <a:rPr lang="en-US" sz="3490" dirty="0">
                <a:latin typeface="Lato" panose="020F0502020204030203" pitchFamily="34" charset="0"/>
                <a:ea typeface="Lato" panose="020F0502020204030203" pitchFamily="34" charset="0"/>
                <a:cs typeface="Lato" panose="020F0502020204030203" pitchFamily="34" charset="0"/>
              </a:rPr>
              <a:t>Module 4: Human Exposure and Screening Values</a:t>
            </a:r>
          </a:p>
        </p:txBody>
      </p:sp>
      <p:sp>
        <p:nvSpPr>
          <p:cNvPr id="23" name="TextBox 1">
            <a:extLst>
              <a:ext uri="{FF2B5EF4-FFF2-40B4-BE49-F238E27FC236}">
                <a16:creationId xmlns:a16="http://schemas.microsoft.com/office/drawing/2014/main" id="{0203EF6B-8FBD-5859-5D81-B0BEF11F8192}"/>
              </a:ext>
            </a:extLst>
          </p:cNvPr>
          <p:cNvSpPr txBox="1"/>
          <p:nvPr/>
        </p:nvSpPr>
        <p:spPr>
          <a:xfrm>
            <a:off x="25594469" y="4245321"/>
            <a:ext cx="12208669" cy="3786335"/>
          </a:xfrm>
          <a:prstGeom prst="rect">
            <a:avLst/>
          </a:prstGeom>
          <a:no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lnSpc>
                <a:spcPct val="114000"/>
              </a:lnSpc>
              <a:spcBef>
                <a:spcPts val="0"/>
              </a:spcBef>
              <a:spcAft>
                <a:spcPts val="600"/>
              </a:spcAft>
              <a:defRPr/>
            </a:pPr>
            <a:r>
              <a:rPr lang="en-US" sz="3200" b="1" dirty="0">
                <a:solidFill>
                  <a:srgbClr val="163E34"/>
                </a:solidFill>
                <a:latin typeface="Lato Bold" panose="020F0502020204030203" pitchFamily="34" charset="0"/>
                <a:ea typeface="Lato Bold" panose="020F0502020204030203" pitchFamily="34" charset="0"/>
                <a:cs typeface="Lato Bold" panose="020F0502020204030203" pitchFamily="34" charset="0"/>
              </a:rPr>
              <a:t>RESULTS: </a:t>
            </a:r>
            <a:endParaRPr lang="en-US" sz="3200" dirty="0">
              <a:solidFill>
                <a:srgbClr val="000000"/>
              </a:solidFill>
              <a:latin typeface="Lato" panose="020F0502020204030203" pitchFamily="34" charset="0"/>
              <a:ea typeface="Lato" panose="020F0502020204030203" pitchFamily="34" charset="0"/>
              <a:cs typeface="Lato" panose="020F0502020204030203" pitchFamily="34" charset="0"/>
            </a:endParaRPr>
          </a:p>
          <a:p>
            <a:pPr marL="365760" indent="-365760" fontAlgn="auto">
              <a:lnSpc>
                <a:spcPct val="114000"/>
              </a:lnSpc>
              <a:spcBef>
                <a:spcPts val="0"/>
              </a:spcBef>
              <a:spcAft>
                <a:spcPts val="600"/>
              </a:spcAft>
              <a:buFont typeface="Arial" panose="020B0604020202020204" pitchFamily="34" charset="0"/>
              <a:buChar char="•"/>
              <a:defRPr/>
            </a:pPr>
            <a:r>
              <a:rPr lang="en-US" sz="3200" dirty="0">
                <a:solidFill>
                  <a:srgbClr val="000000"/>
                </a:solidFill>
                <a:latin typeface="Lato" panose="020F0502020204030203" pitchFamily="34" charset="0"/>
                <a:ea typeface="Lato" panose="020F0502020204030203" pitchFamily="34" charset="0"/>
                <a:cs typeface="Lato" panose="020F0502020204030203" pitchFamily="34" charset="0"/>
              </a:rPr>
              <a:t>Summarize findings as bullets</a:t>
            </a:r>
          </a:p>
        </p:txBody>
      </p:sp>
      <p:sp>
        <p:nvSpPr>
          <p:cNvPr id="3089" name="TextBox 1">
            <a:extLst>
              <a:ext uri="{FF2B5EF4-FFF2-40B4-BE49-F238E27FC236}">
                <a16:creationId xmlns:a16="http://schemas.microsoft.com/office/drawing/2014/main" id="{24A94AFF-DAED-E373-06E9-0F28844BC8AD}"/>
              </a:ext>
            </a:extLst>
          </p:cNvPr>
          <p:cNvSpPr txBox="1">
            <a:spLocks noChangeArrowheads="1"/>
          </p:cNvSpPr>
          <p:nvPr/>
        </p:nvSpPr>
        <p:spPr bwMode="auto">
          <a:xfrm>
            <a:off x="25594469" y="12488982"/>
            <a:ext cx="121888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4200"/>
              </a:spcBef>
              <a:buFont typeface="Arial" panose="020B0604020202020204" pitchFamily="34" charset="0"/>
              <a:buChar char="•"/>
              <a:defRPr sz="11700">
                <a:solidFill>
                  <a:schemeClr val="tx1"/>
                </a:solidFill>
                <a:latin typeface="Calibri" panose="020F0502020204030204" pitchFamily="34" charset="0"/>
              </a:defRPr>
            </a:lvl1pPr>
            <a:lvl2pPr marL="2879725" indent="-958850">
              <a:lnSpc>
                <a:spcPct val="90000"/>
              </a:lnSpc>
              <a:spcBef>
                <a:spcPts val="2100"/>
              </a:spcBef>
              <a:buFont typeface="Arial" panose="020B0604020202020204" pitchFamily="34" charset="0"/>
              <a:buChar char="•"/>
              <a:defRPr sz="10000">
                <a:solidFill>
                  <a:schemeClr val="tx1"/>
                </a:solidFill>
                <a:latin typeface="Calibri" panose="020F0502020204030204" pitchFamily="34" charset="0"/>
              </a:defRPr>
            </a:lvl2pPr>
            <a:lvl3pPr marL="4800600" indent="-958850">
              <a:lnSpc>
                <a:spcPct val="90000"/>
              </a:lnSpc>
              <a:spcBef>
                <a:spcPts val="2100"/>
              </a:spcBef>
              <a:buFont typeface="Arial" panose="020B0604020202020204" pitchFamily="34" charset="0"/>
              <a:buChar char="•"/>
              <a:defRPr sz="8400">
                <a:solidFill>
                  <a:schemeClr val="tx1"/>
                </a:solidFill>
                <a:latin typeface="Calibri" panose="020F0502020204030204" pitchFamily="34" charset="0"/>
              </a:defRPr>
            </a:lvl3pPr>
            <a:lvl4pPr marL="6719888"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4pPr>
            <a:lvl5pPr marL="8640763"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5pPr>
            <a:lvl6pPr marL="90979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95551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100123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104695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eaLnBrk="1" hangingPunct="1">
              <a:lnSpc>
                <a:spcPct val="100000"/>
              </a:lnSpc>
              <a:spcBef>
                <a:spcPct val="0"/>
              </a:spcBef>
              <a:buNone/>
            </a:pPr>
            <a:r>
              <a:rPr lang="en-US" altLang="en-US" sz="3200" b="1" dirty="0">
                <a:solidFill>
                  <a:srgbClr val="000000"/>
                </a:solidFill>
                <a:latin typeface="Lato" panose="020F0502020204030203" pitchFamily="34" charset="0"/>
                <a:ea typeface="Lato" panose="020F0502020204030203" pitchFamily="34" charset="0"/>
                <a:cs typeface="Lato" panose="020F0502020204030203" pitchFamily="34" charset="0"/>
              </a:rPr>
              <a:t>Figure 2. </a:t>
            </a:r>
            <a:r>
              <a:rPr lang="en-US" altLang="en-US" sz="3200" dirty="0">
                <a:solidFill>
                  <a:srgbClr val="000000"/>
                </a:solidFill>
                <a:latin typeface="Lato" panose="020F0502020204030203" pitchFamily="34" charset="0"/>
                <a:ea typeface="Lato" panose="020F0502020204030203" pitchFamily="34" charset="0"/>
                <a:cs typeface="Lato" panose="020F0502020204030203" pitchFamily="34" charset="0"/>
              </a:rPr>
              <a:t>Child vs Adult Exposure</a:t>
            </a:r>
            <a:endParaRPr lang="en-US" altLang="en-US" sz="3600" i="1" dirty="0">
              <a:latin typeface="Lato" panose="020F0502020204030203" pitchFamily="34" charset="0"/>
              <a:ea typeface="Lato" panose="020F0502020204030203" pitchFamily="34" charset="0"/>
              <a:cs typeface="Lato" panose="020F0502020204030203" pitchFamily="34" charset="0"/>
            </a:endParaRPr>
          </a:p>
        </p:txBody>
      </p:sp>
      <p:sp>
        <p:nvSpPr>
          <p:cNvPr id="3090" name="TextBox 1">
            <a:extLst>
              <a:ext uri="{FF2B5EF4-FFF2-40B4-BE49-F238E27FC236}">
                <a16:creationId xmlns:a16="http://schemas.microsoft.com/office/drawing/2014/main" id="{465397E7-67B4-7E5F-32D3-BD7CF9DAC4FD}"/>
              </a:ext>
            </a:extLst>
          </p:cNvPr>
          <p:cNvSpPr txBox="1">
            <a:spLocks noChangeArrowheads="1"/>
          </p:cNvSpPr>
          <p:nvPr/>
        </p:nvSpPr>
        <p:spPr bwMode="auto">
          <a:xfrm>
            <a:off x="13176063" y="16252557"/>
            <a:ext cx="118903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4200"/>
              </a:spcBef>
              <a:buFont typeface="Arial" panose="020B0604020202020204" pitchFamily="34" charset="0"/>
              <a:buChar char="•"/>
              <a:defRPr sz="11700">
                <a:solidFill>
                  <a:schemeClr val="tx1"/>
                </a:solidFill>
                <a:latin typeface="Calibri" panose="020F0502020204030204" pitchFamily="34" charset="0"/>
              </a:defRPr>
            </a:lvl1pPr>
            <a:lvl2pPr marL="2879725" indent="-958850">
              <a:lnSpc>
                <a:spcPct val="90000"/>
              </a:lnSpc>
              <a:spcBef>
                <a:spcPts val="2100"/>
              </a:spcBef>
              <a:buFont typeface="Arial" panose="020B0604020202020204" pitchFamily="34" charset="0"/>
              <a:buChar char="•"/>
              <a:defRPr sz="10000">
                <a:solidFill>
                  <a:schemeClr val="tx1"/>
                </a:solidFill>
                <a:latin typeface="Calibri" panose="020F0502020204030204" pitchFamily="34" charset="0"/>
              </a:defRPr>
            </a:lvl2pPr>
            <a:lvl3pPr marL="4800600" indent="-958850">
              <a:lnSpc>
                <a:spcPct val="90000"/>
              </a:lnSpc>
              <a:spcBef>
                <a:spcPts val="2100"/>
              </a:spcBef>
              <a:buFont typeface="Arial" panose="020B0604020202020204" pitchFamily="34" charset="0"/>
              <a:buChar char="•"/>
              <a:defRPr sz="8400">
                <a:solidFill>
                  <a:schemeClr val="tx1"/>
                </a:solidFill>
                <a:latin typeface="Calibri" panose="020F0502020204030204" pitchFamily="34" charset="0"/>
              </a:defRPr>
            </a:lvl3pPr>
            <a:lvl4pPr marL="6719888"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4pPr>
            <a:lvl5pPr marL="8640763"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5pPr>
            <a:lvl6pPr marL="90979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95551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100123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104695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eaLnBrk="1" hangingPunct="1">
              <a:lnSpc>
                <a:spcPct val="100000"/>
              </a:lnSpc>
              <a:spcBef>
                <a:spcPct val="0"/>
              </a:spcBef>
              <a:buNone/>
            </a:pPr>
            <a:r>
              <a:rPr lang="en-US" altLang="en-US" sz="3200" b="1" dirty="0">
                <a:solidFill>
                  <a:srgbClr val="000000"/>
                </a:solidFill>
                <a:latin typeface="Lato" panose="020F0502020204030203" pitchFamily="34" charset="0"/>
                <a:ea typeface="Lato" panose="020F0502020204030203" pitchFamily="34" charset="0"/>
                <a:cs typeface="Lato" panose="020F0502020204030203" pitchFamily="34" charset="0"/>
              </a:rPr>
              <a:t>Figure 4. </a:t>
            </a:r>
            <a:r>
              <a:rPr lang="en-US" altLang="en-US" sz="3200" dirty="0">
                <a:solidFill>
                  <a:srgbClr val="000000"/>
                </a:solidFill>
                <a:latin typeface="Lato" panose="020F0502020204030203" pitchFamily="34" charset="0"/>
                <a:ea typeface="Lato" panose="020F0502020204030203" pitchFamily="34" charset="0"/>
                <a:cs typeface="Lato" panose="020F0502020204030203" pitchFamily="34" charset="0"/>
              </a:rPr>
              <a:t>Web Tool Interface</a:t>
            </a:r>
            <a:endParaRPr lang="en-US" altLang="en-US" sz="3600" dirty="0">
              <a:latin typeface="Lato" panose="020F0502020204030203" pitchFamily="34" charset="0"/>
              <a:ea typeface="Lato" panose="020F0502020204030203" pitchFamily="34" charset="0"/>
              <a:cs typeface="Lato" panose="020F0502020204030203" pitchFamily="34" charset="0"/>
            </a:endParaRPr>
          </a:p>
        </p:txBody>
      </p:sp>
      <p:sp>
        <p:nvSpPr>
          <p:cNvPr id="3093" name="TextBox 1">
            <a:extLst>
              <a:ext uri="{FF2B5EF4-FFF2-40B4-BE49-F238E27FC236}">
                <a16:creationId xmlns:a16="http://schemas.microsoft.com/office/drawing/2014/main" id="{8B5A4292-CC56-D717-69F5-9B98320686E1}"/>
              </a:ext>
            </a:extLst>
          </p:cNvPr>
          <p:cNvSpPr txBox="1">
            <a:spLocks noChangeArrowheads="1"/>
          </p:cNvSpPr>
          <p:nvPr/>
        </p:nvSpPr>
        <p:spPr bwMode="auto">
          <a:xfrm>
            <a:off x="13242143" y="4314573"/>
            <a:ext cx="11479213" cy="95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4200"/>
              </a:spcBef>
              <a:buFont typeface="Arial" panose="020B0604020202020204" pitchFamily="34" charset="0"/>
              <a:buChar char="•"/>
              <a:defRPr sz="11700">
                <a:solidFill>
                  <a:schemeClr val="tx1"/>
                </a:solidFill>
                <a:latin typeface="Calibri" panose="020F0502020204030204" pitchFamily="34" charset="0"/>
              </a:defRPr>
            </a:lvl1pPr>
            <a:lvl2pPr marL="2879725" indent="-958850">
              <a:lnSpc>
                <a:spcPct val="90000"/>
              </a:lnSpc>
              <a:spcBef>
                <a:spcPts val="2100"/>
              </a:spcBef>
              <a:buFont typeface="Arial" panose="020B0604020202020204" pitchFamily="34" charset="0"/>
              <a:buChar char="•"/>
              <a:defRPr sz="10000">
                <a:solidFill>
                  <a:schemeClr val="tx1"/>
                </a:solidFill>
                <a:latin typeface="Calibri" panose="020F0502020204030204" pitchFamily="34" charset="0"/>
              </a:defRPr>
            </a:lvl2pPr>
            <a:lvl3pPr marL="4800600" indent="-958850">
              <a:lnSpc>
                <a:spcPct val="90000"/>
              </a:lnSpc>
              <a:spcBef>
                <a:spcPts val="2100"/>
              </a:spcBef>
              <a:buFont typeface="Arial" panose="020B0604020202020204" pitchFamily="34" charset="0"/>
              <a:buChar char="•"/>
              <a:defRPr sz="8400">
                <a:solidFill>
                  <a:schemeClr val="tx1"/>
                </a:solidFill>
                <a:latin typeface="Calibri" panose="020F0502020204030204" pitchFamily="34" charset="0"/>
              </a:defRPr>
            </a:lvl3pPr>
            <a:lvl4pPr marL="6719888"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4pPr>
            <a:lvl5pPr marL="8640763"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5pPr>
            <a:lvl6pPr marL="90979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95551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100123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104695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algn="ctr" eaLnBrk="1" hangingPunct="1">
              <a:lnSpc>
                <a:spcPct val="114000"/>
              </a:lnSpc>
              <a:spcBef>
                <a:spcPct val="0"/>
              </a:spcBef>
              <a:spcAft>
                <a:spcPts val="600"/>
              </a:spcAft>
              <a:buFontTx/>
              <a:buNone/>
            </a:pPr>
            <a:r>
              <a:rPr lang="en-US" altLang="en-US" sz="5400" dirty="0">
                <a:solidFill>
                  <a:schemeClr val="bg1"/>
                </a:solidFill>
                <a:latin typeface="Lato" panose="020F0502020204030203" pitchFamily="34" charset="0"/>
                <a:ea typeface="Lato" panose="020F0502020204030203" pitchFamily="34" charset="0"/>
                <a:cs typeface="Lato" panose="020F0502020204030203" pitchFamily="34" charset="0"/>
              </a:rPr>
              <a:t>Headline in Common Language</a:t>
            </a:r>
          </a:p>
        </p:txBody>
      </p:sp>
      <p:sp>
        <p:nvSpPr>
          <p:cNvPr id="3094" name="TextBox 1">
            <a:extLst>
              <a:ext uri="{FF2B5EF4-FFF2-40B4-BE49-F238E27FC236}">
                <a16:creationId xmlns:a16="http://schemas.microsoft.com/office/drawing/2014/main" id="{E5C35A94-F9DF-EB94-4915-F67BB98C4E07}"/>
              </a:ext>
            </a:extLst>
          </p:cNvPr>
          <p:cNvSpPr txBox="1">
            <a:spLocks noChangeArrowheads="1"/>
          </p:cNvSpPr>
          <p:nvPr/>
        </p:nvSpPr>
        <p:spPr bwMode="auto">
          <a:xfrm>
            <a:off x="25594469" y="5462926"/>
            <a:ext cx="122285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4200"/>
              </a:spcBef>
              <a:buFont typeface="Arial" panose="020B0604020202020204" pitchFamily="34" charset="0"/>
              <a:buChar char="•"/>
              <a:defRPr sz="11700">
                <a:solidFill>
                  <a:schemeClr val="tx1"/>
                </a:solidFill>
                <a:latin typeface="Calibri" panose="020F0502020204030204" pitchFamily="34" charset="0"/>
              </a:defRPr>
            </a:lvl1pPr>
            <a:lvl2pPr marL="2879725" indent="-958850">
              <a:lnSpc>
                <a:spcPct val="90000"/>
              </a:lnSpc>
              <a:spcBef>
                <a:spcPts val="2100"/>
              </a:spcBef>
              <a:buFont typeface="Arial" panose="020B0604020202020204" pitchFamily="34" charset="0"/>
              <a:buChar char="•"/>
              <a:defRPr sz="10000">
                <a:solidFill>
                  <a:schemeClr val="tx1"/>
                </a:solidFill>
                <a:latin typeface="Calibri" panose="020F0502020204030204" pitchFamily="34" charset="0"/>
              </a:defRPr>
            </a:lvl2pPr>
            <a:lvl3pPr marL="4800600" indent="-958850">
              <a:lnSpc>
                <a:spcPct val="90000"/>
              </a:lnSpc>
              <a:spcBef>
                <a:spcPts val="2100"/>
              </a:spcBef>
              <a:buFont typeface="Arial" panose="020B0604020202020204" pitchFamily="34" charset="0"/>
              <a:buChar char="•"/>
              <a:defRPr sz="8400">
                <a:solidFill>
                  <a:schemeClr val="tx1"/>
                </a:solidFill>
                <a:latin typeface="Calibri" panose="020F0502020204030204" pitchFamily="34" charset="0"/>
              </a:defRPr>
            </a:lvl3pPr>
            <a:lvl4pPr marL="6719888"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4pPr>
            <a:lvl5pPr marL="8640763"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5pPr>
            <a:lvl6pPr marL="90979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95551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100123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104695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eaLnBrk="1" hangingPunct="1">
              <a:lnSpc>
                <a:spcPct val="100000"/>
              </a:lnSpc>
              <a:spcBef>
                <a:spcPts val="600"/>
              </a:spcBef>
              <a:buNone/>
            </a:pPr>
            <a:r>
              <a:rPr lang="en-US" altLang="en-US" sz="3200" b="1" dirty="0">
                <a:solidFill>
                  <a:srgbClr val="000000"/>
                </a:solidFill>
                <a:latin typeface="Lato" panose="020F0502020204030203" pitchFamily="34" charset="0"/>
                <a:ea typeface="Lato" panose="020F0502020204030203" pitchFamily="34" charset="0"/>
                <a:cs typeface="Lato" panose="020F0502020204030203" pitchFamily="34" charset="0"/>
              </a:rPr>
              <a:t>Figure 1. </a:t>
            </a:r>
            <a:r>
              <a:rPr lang="en-US" altLang="en-US" sz="3200" dirty="0">
                <a:solidFill>
                  <a:srgbClr val="000000"/>
                </a:solidFill>
                <a:latin typeface="Lato" panose="020F0502020204030203" pitchFamily="34" charset="0"/>
                <a:ea typeface="Lato" panose="020F0502020204030203" pitchFamily="34" charset="0"/>
                <a:cs typeface="Lato" panose="020F0502020204030203" pitchFamily="34" charset="0"/>
              </a:rPr>
              <a:t>Dynamic PFOS Accumulation in Cattle</a:t>
            </a:r>
            <a:endParaRPr lang="en-US" altLang="en-US" sz="3200" i="1" dirty="0">
              <a:latin typeface="Lato" panose="020F0502020204030203" pitchFamily="34" charset="0"/>
              <a:ea typeface="Lato" panose="020F0502020204030203" pitchFamily="34" charset="0"/>
              <a:cs typeface="Lato" panose="020F0502020204030203" pitchFamily="34" charset="0"/>
            </a:endParaRPr>
          </a:p>
        </p:txBody>
      </p:sp>
      <p:sp>
        <p:nvSpPr>
          <p:cNvPr id="3104" name="object 14">
            <a:extLst>
              <a:ext uri="{FF2B5EF4-FFF2-40B4-BE49-F238E27FC236}">
                <a16:creationId xmlns:a16="http://schemas.microsoft.com/office/drawing/2014/main" id="{872A38C6-AFEB-2701-902F-DFE803BF2C9B}"/>
              </a:ext>
            </a:extLst>
          </p:cNvPr>
          <p:cNvSpPr txBox="1">
            <a:spLocks noChangeArrowheads="1"/>
          </p:cNvSpPr>
          <p:nvPr/>
        </p:nvSpPr>
        <p:spPr bwMode="auto">
          <a:xfrm>
            <a:off x="12950825" y="25292957"/>
            <a:ext cx="12166600" cy="3704318"/>
          </a:xfrm>
          <a:prstGeom prst="rect">
            <a:avLst/>
          </a:prstGeom>
          <a:solidFill>
            <a:srgbClr val="FFFFFF"/>
          </a:solidFill>
          <a:ln w="12700">
            <a:solidFill>
              <a:srgbClr val="104D39"/>
            </a:solidFill>
            <a:miter lim="800000"/>
            <a:headEnd/>
            <a:tailEnd/>
          </a:ln>
        </p:spPr>
        <p:txBody>
          <a:bodyPr tIns="141926" bIns="0"/>
          <a:lstStyle>
            <a:lvl1pPr marL="223838">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0"/>
              </a:spcBef>
              <a:spcAft>
                <a:spcPts val="1200"/>
              </a:spcAft>
            </a:pPr>
            <a:r>
              <a:rPr lang="en-US" altLang="en-US" sz="2400" b="1" dirty="0">
                <a:solidFill>
                  <a:srgbClr val="104D39"/>
                </a:solidFill>
                <a:latin typeface="Lato" panose="020F0502020204030203" pitchFamily="34" charset="0"/>
                <a:ea typeface="Lato" panose="020F0502020204030203" pitchFamily="34" charset="0"/>
                <a:cs typeface="Lato" panose="020F0502020204030203" pitchFamily="34" charset="0"/>
              </a:rPr>
              <a:t>Acknowledgements &amp; Funding</a:t>
            </a:r>
            <a:r>
              <a:rPr lang="en-US" altLang="en-US" sz="2400" b="1" dirty="0">
                <a:latin typeface="Lato" panose="020F0502020204030203" pitchFamily="34" charset="0"/>
                <a:ea typeface="Lato" panose="020F0502020204030203" pitchFamily="34" charset="0"/>
                <a:cs typeface="Lato" panose="020F0502020204030203" pitchFamily="34" charset="0"/>
              </a:rPr>
              <a:t>: </a:t>
            </a:r>
          </a:p>
          <a:p>
            <a:pPr eaLnBrk="1" hangingPunct="1">
              <a:spcBef>
                <a:spcPts val="0"/>
              </a:spcBef>
              <a:spcAft>
                <a:spcPts val="1200"/>
              </a:spcAft>
            </a:pPr>
            <a:r>
              <a:rPr lang="en-US" altLang="en-US" sz="2100" dirty="0">
                <a:latin typeface="Lato" panose="020F0502020204030203" pitchFamily="34" charset="0"/>
                <a:ea typeface="Lato" panose="020F0502020204030203" pitchFamily="34" charset="0"/>
                <a:cs typeface="Lato" panose="020F0502020204030203" pitchFamily="34" charset="0"/>
              </a:rPr>
              <a:t>We</a:t>
            </a:r>
            <a:r>
              <a:rPr lang="en-US" altLang="en-US" sz="2100" dirty="0">
                <a:highlight>
                  <a:srgbClr val="FFFF00"/>
                </a:highlight>
                <a:latin typeface="Lato" panose="020F0502020204030203" pitchFamily="34" charset="0"/>
                <a:ea typeface="Lato" panose="020F0502020204030203" pitchFamily="34" charset="0"/>
                <a:cs typeface="Lato" panose="020F0502020204030203" pitchFamily="34" charset="0"/>
              </a:rPr>
              <a:t> thank …</a:t>
            </a:r>
            <a:r>
              <a:rPr lang="en-US" altLang="en-US" sz="2100" dirty="0">
                <a:latin typeface="Lato" panose="020F0502020204030203" pitchFamily="34" charset="0"/>
                <a:ea typeface="Lato" panose="020F0502020204030203" pitchFamily="34" charset="0"/>
                <a:cs typeface="Lato" panose="020F0502020204030203" pitchFamily="34" charset="0"/>
              </a:rPr>
              <a:t>. CC is supported in part by the National Institute of Environmental Health Sciences (</a:t>
            </a:r>
            <a:r>
              <a:rPr lang="en-US" altLang="en-US" sz="2100" dirty="0">
                <a:highlight>
                  <a:srgbClr val="FFFF00"/>
                </a:highlight>
                <a:latin typeface="Lato" panose="020F0502020204030203" pitchFamily="34" charset="0"/>
                <a:ea typeface="Lato" panose="020F0502020204030203" pitchFamily="34" charset="0"/>
                <a:cs typeface="Lato" panose="020F0502020204030203" pitchFamily="34" charset="0"/>
              </a:rPr>
              <a:t>R01ES028311</a:t>
            </a:r>
            <a:r>
              <a:rPr lang="en-US" altLang="en-US" sz="2100" dirty="0">
                <a:latin typeface="Lato" panose="020F0502020204030203" pitchFamily="34" charset="0"/>
                <a:ea typeface="Lato" panose="020F0502020204030203" pitchFamily="34" charset="0"/>
                <a:cs typeface="Lato" panose="020F0502020204030203" pitchFamily="34" charset="0"/>
              </a:rPr>
              <a:t>), USEPA National Priorities Program (</a:t>
            </a:r>
            <a:r>
              <a:rPr lang="en-US" altLang="en-US" sz="2100" dirty="0">
                <a:highlight>
                  <a:srgbClr val="FFFF00"/>
                </a:highlight>
                <a:latin typeface="Lato" panose="020F0502020204030203" pitchFamily="34" charset="0"/>
                <a:ea typeface="Lato" panose="020F0502020204030203" pitchFamily="34" charset="0"/>
                <a:cs typeface="Lato" panose="020F0502020204030203" pitchFamily="34" charset="0"/>
              </a:rPr>
              <a:t>R839482</a:t>
            </a:r>
            <a:r>
              <a:rPr lang="en-US" altLang="en-US" sz="2100" dirty="0">
                <a:latin typeface="Lato" panose="020F0502020204030203" pitchFamily="34" charset="0"/>
                <a:ea typeface="Lato" panose="020F0502020204030203" pitchFamily="34" charset="0"/>
                <a:cs typeface="Lato" panose="020F0502020204030203" pitchFamily="34" charset="0"/>
              </a:rPr>
              <a:t>), and USDA Hatch Program. </a:t>
            </a:r>
            <a:r>
              <a:rPr lang="en-US" altLang="en-US" sz="2100" i="1" dirty="0">
                <a:latin typeface="Lato" panose="020F0502020204030203" pitchFamily="34" charset="0"/>
                <a:ea typeface="Lato" panose="020F0502020204030203" pitchFamily="34" charset="0"/>
                <a:cs typeface="Lato" panose="020F0502020204030203" pitchFamily="34" charset="0"/>
              </a:rPr>
              <a:t>This poster has not been formally reviewed by the funding agencies. The views expressed are solely from the authors and do not necessarily reflect those from the funding agencies. The agencies do not endorse any products or commercial services</a:t>
            </a:r>
            <a:endParaRPr lang="en-US" altLang="en-US" sz="1400" dirty="0">
              <a:latin typeface="Lato" panose="020F0502020204030203" pitchFamily="34" charset="0"/>
              <a:ea typeface="Lato" panose="020F0502020204030203" pitchFamily="34" charset="0"/>
              <a:cs typeface="Lato" panose="020F0502020204030203" pitchFamily="34" charset="0"/>
            </a:endParaRPr>
          </a:p>
        </p:txBody>
      </p:sp>
      <p:pic>
        <p:nvPicPr>
          <p:cNvPr id="3105" name="Picture 7" descr="A white logo with a black background&#10;&#10;Description automatically generated">
            <a:extLst>
              <a:ext uri="{FF2B5EF4-FFF2-40B4-BE49-F238E27FC236}">
                <a16:creationId xmlns:a16="http://schemas.microsoft.com/office/drawing/2014/main" id="{31BA9032-514B-C51B-F6AA-F39FB8065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012" y="378689"/>
            <a:ext cx="2806710" cy="1912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TextBox 1">
            <a:extLst>
              <a:ext uri="{FF2B5EF4-FFF2-40B4-BE49-F238E27FC236}">
                <a16:creationId xmlns:a16="http://schemas.microsoft.com/office/drawing/2014/main" id="{A23456F9-3E49-8C1E-D2CD-6BBB6477CF38}"/>
              </a:ext>
            </a:extLst>
          </p:cNvPr>
          <p:cNvSpPr txBox="1"/>
          <p:nvPr/>
        </p:nvSpPr>
        <p:spPr>
          <a:xfrm>
            <a:off x="13011150" y="23960046"/>
            <a:ext cx="11055080" cy="597015"/>
          </a:xfrm>
          <a:prstGeom prst="rect">
            <a:avLst/>
          </a:prstGeom>
          <a:no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indent="-457200" fontAlgn="auto">
              <a:lnSpc>
                <a:spcPct val="114000"/>
              </a:lnSpc>
              <a:spcBef>
                <a:spcPts val="600"/>
              </a:spcBef>
              <a:spcAft>
                <a:spcPts val="0"/>
              </a:spcAft>
              <a:buFont typeface="Arial" panose="020B0604020202020204" pitchFamily="34" charset="0"/>
              <a:buChar char="•"/>
              <a:defRPr/>
            </a:pPr>
            <a:r>
              <a:rPr lang="en-US" sz="3200" dirty="0">
                <a:solidFill>
                  <a:srgbClr val="000000"/>
                </a:solidFill>
                <a:latin typeface="Lato" panose="020F0502020204030203" pitchFamily="34" charset="0"/>
                <a:ea typeface="Lato" panose="020F0502020204030203" pitchFamily="34" charset="0"/>
                <a:cs typeface="Lato" panose="020F0502020204030203" pitchFamily="34" charset="0"/>
              </a:rPr>
              <a:t>Summarize main finding</a:t>
            </a:r>
          </a:p>
        </p:txBody>
      </p:sp>
      <p:sp>
        <p:nvSpPr>
          <p:cNvPr id="61" name="Rectangle 60">
            <a:extLst>
              <a:ext uri="{FF2B5EF4-FFF2-40B4-BE49-F238E27FC236}">
                <a16:creationId xmlns:a16="http://schemas.microsoft.com/office/drawing/2014/main" id="{3AA6F9E1-8E0B-0F19-C9A4-64F896E7DCAA}"/>
              </a:ext>
            </a:extLst>
          </p:cNvPr>
          <p:cNvSpPr/>
          <p:nvPr/>
        </p:nvSpPr>
        <p:spPr>
          <a:xfrm>
            <a:off x="14952473" y="17872366"/>
            <a:ext cx="2392098" cy="5970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9CA6458-0E41-F689-89A3-C24A5FEBFC4F}"/>
              </a:ext>
            </a:extLst>
          </p:cNvPr>
          <p:cNvSpPr txBox="1"/>
          <p:nvPr/>
        </p:nvSpPr>
        <p:spPr>
          <a:xfrm>
            <a:off x="735012" y="29023273"/>
            <a:ext cx="10923588" cy="1323439"/>
          </a:xfrm>
          <a:prstGeom prst="rect">
            <a:avLst/>
          </a:prstGeom>
          <a:noFill/>
        </p:spPr>
        <p:txBody>
          <a:bodyPr wrap="square">
            <a:spAutoFit/>
          </a:bodyPr>
          <a:lstStyle/>
          <a:p>
            <a:r>
              <a:rPr lang="en-US" sz="4000" dirty="0"/>
              <a:t>Daily intake → Absorption → Distribution → Muscle accumulation → Elimination</a:t>
            </a:r>
          </a:p>
        </p:txBody>
      </p:sp>
      <p:sp>
        <p:nvSpPr>
          <p:cNvPr id="8" name="TextBox 1">
            <a:extLst>
              <a:ext uri="{FF2B5EF4-FFF2-40B4-BE49-F238E27FC236}">
                <a16:creationId xmlns:a16="http://schemas.microsoft.com/office/drawing/2014/main" id="{C83B2A98-D60A-746A-A889-7FBFC508A924}"/>
              </a:ext>
            </a:extLst>
          </p:cNvPr>
          <p:cNvSpPr txBox="1">
            <a:spLocks noChangeArrowheads="1"/>
          </p:cNvSpPr>
          <p:nvPr/>
        </p:nvSpPr>
        <p:spPr bwMode="auto">
          <a:xfrm>
            <a:off x="25730075" y="19528329"/>
            <a:ext cx="121888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4200"/>
              </a:spcBef>
              <a:buFont typeface="Arial" panose="020B0604020202020204" pitchFamily="34" charset="0"/>
              <a:buChar char="•"/>
              <a:defRPr sz="11700">
                <a:solidFill>
                  <a:schemeClr val="tx1"/>
                </a:solidFill>
                <a:latin typeface="Calibri" panose="020F0502020204030204" pitchFamily="34" charset="0"/>
              </a:defRPr>
            </a:lvl1pPr>
            <a:lvl2pPr marL="2879725" indent="-958850">
              <a:lnSpc>
                <a:spcPct val="90000"/>
              </a:lnSpc>
              <a:spcBef>
                <a:spcPts val="2100"/>
              </a:spcBef>
              <a:buFont typeface="Arial" panose="020B0604020202020204" pitchFamily="34" charset="0"/>
              <a:buChar char="•"/>
              <a:defRPr sz="10000">
                <a:solidFill>
                  <a:schemeClr val="tx1"/>
                </a:solidFill>
                <a:latin typeface="Calibri" panose="020F0502020204030204" pitchFamily="34" charset="0"/>
              </a:defRPr>
            </a:lvl2pPr>
            <a:lvl3pPr marL="4800600" indent="-958850">
              <a:lnSpc>
                <a:spcPct val="90000"/>
              </a:lnSpc>
              <a:spcBef>
                <a:spcPts val="2100"/>
              </a:spcBef>
              <a:buFont typeface="Arial" panose="020B0604020202020204" pitchFamily="34" charset="0"/>
              <a:buChar char="•"/>
              <a:defRPr sz="8400">
                <a:solidFill>
                  <a:schemeClr val="tx1"/>
                </a:solidFill>
                <a:latin typeface="Calibri" panose="020F0502020204030204" pitchFamily="34" charset="0"/>
              </a:defRPr>
            </a:lvl3pPr>
            <a:lvl4pPr marL="6719888"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4pPr>
            <a:lvl5pPr marL="8640763" indent="-958850">
              <a:lnSpc>
                <a:spcPct val="90000"/>
              </a:lnSpc>
              <a:spcBef>
                <a:spcPts val="2100"/>
              </a:spcBef>
              <a:buFont typeface="Arial" panose="020B0604020202020204" pitchFamily="34" charset="0"/>
              <a:buChar char="•"/>
              <a:defRPr sz="7500">
                <a:solidFill>
                  <a:schemeClr val="tx1"/>
                </a:solidFill>
                <a:latin typeface="Calibri" panose="020F0502020204030204" pitchFamily="34" charset="0"/>
              </a:defRPr>
            </a:lvl5pPr>
            <a:lvl6pPr marL="90979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95551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100123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10469563" indent="-958850" defTabSz="457200" eaLnBrk="0" fontAlgn="base" hangingPunct="0">
              <a:lnSpc>
                <a:spcPct val="90000"/>
              </a:lnSpc>
              <a:spcBef>
                <a:spcPts val="21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eaLnBrk="1" hangingPunct="1">
              <a:lnSpc>
                <a:spcPct val="100000"/>
              </a:lnSpc>
              <a:spcBef>
                <a:spcPct val="0"/>
              </a:spcBef>
              <a:buNone/>
            </a:pPr>
            <a:r>
              <a:rPr lang="en-US" altLang="en-US" sz="3200" b="1" dirty="0">
                <a:solidFill>
                  <a:srgbClr val="000000"/>
                </a:solidFill>
                <a:latin typeface="Lato" panose="020F0502020204030203" pitchFamily="34" charset="0"/>
                <a:ea typeface="Lato" panose="020F0502020204030203" pitchFamily="34" charset="0"/>
                <a:cs typeface="Lato" panose="020F0502020204030203" pitchFamily="34" charset="0"/>
              </a:rPr>
              <a:t>Figure 3. </a:t>
            </a:r>
            <a:r>
              <a:rPr lang="en-US" altLang="en-US" sz="3200" dirty="0">
                <a:solidFill>
                  <a:srgbClr val="000000"/>
                </a:solidFill>
                <a:latin typeface="Lato" panose="020F0502020204030203" pitchFamily="34" charset="0"/>
                <a:ea typeface="Lato" panose="020F0502020204030203" pitchFamily="34" charset="0"/>
                <a:cs typeface="Lato" panose="020F0502020204030203" pitchFamily="34" charset="0"/>
              </a:rPr>
              <a:t>Scenario Sensitivity</a:t>
            </a:r>
            <a:endParaRPr lang="en-US" altLang="en-US" sz="3600" i="1" dirty="0">
              <a:latin typeface="Lato" panose="020F0502020204030203" pitchFamily="34" charset="0"/>
              <a:ea typeface="Lato" panose="020F0502020204030203" pitchFamily="34" charset="0"/>
              <a:cs typeface="Lato" panose="020F0502020204030203" pitchFamily="34" charset="0"/>
            </a:endParaRPr>
          </a:p>
        </p:txBody>
      </p:sp>
      <p:pic>
        <p:nvPicPr>
          <p:cNvPr id="6" name="Picture 5">
            <a:extLst>
              <a:ext uri="{FF2B5EF4-FFF2-40B4-BE49-F238E27FC236}">
                <a16:creationId xmlns:a16="http://schemas.microsoft.com/office/drawing/2014/main" id="{8F42989A-9703-23FE-BC5C-3AB40441E889}"/>
              </a:ext>
            </a:extLst>
          </p:cNvPr>
          <p:cNvPicPr>
            <a:picLocks noChangeAspect="1"/>
          </p:cNvPicPr>
          <p:nvPr/>
        </p:nvPicPr>
        <p:blipFill>
          <a:blip r:embed="rId4"/>
          <a:stretch>
            <a:fillRect/>
          </a:stretch>
        </p:blipFill>
        <p:spPr>
          <a:xfrm>
            <a:off x="519113" y="17991182"/>
            <a:ext cx="11243628" cy="5645385"/>
          </a:xfrm>
          <a:prstGeom prst="rect">
            <a:avLst/>
          </a:prstGeom>
        </p:spPr>
      </p:pic>
      <p:sp>
        <p:nvSpPr>
          <p:cNvPr id="13" name="Rectangle 12">
            <a:extLst>
              <a:ext uri="{FF2B5EF4-FFF2-40B4-BE49-F238E27FC236}">
                <a16:creationId xmlns:a16="http://schemas.microsoft.com/office/drawing/2014/main" id="{57413624-F152-343B-B1D2-393251A1F2B7}"/>
              </a:ext>
            </a:extLst>
          </p:cNvPr>
          <p:cNvSpPr/>
          <p:nvPr/>
        </p:nvSpPr>
        <p:spPr>
          <a:xfrm>
            <a:off x="871869" y="20259671"/>
            <a:ext cx="2126511" cy="3439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Cattle Feed rate</a:t>
            </a:r>
          </a:p>
        </p:txBody>
      </p:sp>
      <p:sp>
        <p:nvSpPr>
          <p:cNvPr id="14" name="Rectangle 13">
            <a:extLst>
              <a:ext uri="{FF2B5EF4-FFF2-40B4-BE49-F238E27FC236}">
                <a16:creationId xmlns:a16="http://schemas.microsoft.com/office/drawing/2014/main" id="{894A9A1E-9511-C6E8-41D9-FDF85A5637D5}"/>
              </a:ext>
            </a:extLst>
          </p:cNvPr>
          <p:cNvSpPr/>
          <p:nvPr/>
        </p:nvSpPr>
        <p:spPr>
          <a:xfrm>
            <a:off x="432457" y="2670675"/>
            <a:ext cx="6501736" cy="16643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Disclosure</a:t>
            </a:r>
          </a:p>
          <a:p>
            <a:pPr algn="ctr"/>
            <a:r>
              <a:rPr lang="en-US" sz="3600" dirty="0"/>
              <a:t>Funding Sources</a:t>
            </a:r>
          </a:p>
          <a:p>
            <a:pPr algn="ctr"/>
            <a:r>
              <a:rPr lang="en-US" sz="3600" dirty="0"/>
              <a:t>Potential Conflicts of Interest</a:t>
            </a:r>
          </a:p>
        </p:txBody>
      </p:sp>
    </p:spTree>
    <p:extLst>
      <p:ext uri="{BB962C8B-B14F-4D97-AF65-F5344CB8AC3E}">
        <p14:creationId xmlns:p14="http://schemas.microsoft.com/office/powerpoint/2010/main" val="225368036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DED702AE572A4EBCA74829763C817A" ma:contentTypeVersion="14" ma:contentTypeDescription="Create a new document." ma:contentTypeScope="" ma:versionID="73b89a8f7b0d229215f518c2194f56bd">
  <xsd:schema xmlns:xsd="http://www.w3.org/2001/XMLSchema" xmlns:xs="http://www.w3.org/2001/XMLSchema" xmlns:p="http://schemas.microsoft.com/office/2006/metadata/properties" xmlns:ns2="b8b953ff-9137-4f0b-a2fd-156cf1527861" xmlns:ns3="d92d4f40-b75b-4726-8c43-08775ca2dfa8" xmlns:ns4="37125d7d-ada4-493a-a04d-3590a3f4e919" targetNamespace="http://schemas.microsoft.com/office/2006/metadata/properties" ma:root="true" ma:fieldsID="aecef0cf5e4199d090a6d7f6f182286b" ns2:_="" ns3:_="" ns4:_="">
    <xsd:import namespace="b8b953ff-9137-4f0b-a2fd-156cf1527861"/>
    <xsd:import namespace="d92d4f40-b75b-4726-8c43-08775ca2dfa8"/>
    <xsd:import namespace="37125d7d-ada4-493a-a04d-3590a3f4e91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4:SharedWithUsers" minOccurs="0"/>
                <xsd:element ref="ns4:SharedWithDetails"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b953ff-9137-4f0b-a2fd-156cf15278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0ad816ea-8460-453a-b1af-cd753e23c00d"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92d4f40-b75b-4726-8c43-08775ca2dfa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31e48ccb-c5e3-4fb6-8723-abfba1da35c3}" ma:internalName="TaxCatchAll" ma:showField="CatchAllData" ma:web="d92d4f40-b75b-4726-8c43-08775ca2dfa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7125d7d-ada4-493a-a04d-3590a3f4e91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8b953ff-9137-4f0b-a2fd-156cf1527861">
      <Terms xmlns="http://schemas.microsoft.com/office/infopath/2007/PartnerControls"/>
    </lcf76f155ced4ddcb4097134ff3c332f>
    <TaxCatchAll xmlns="d92d4f40-b75b-4726-8c43-08775ca2dfa8"/>
  </documentManagement>
</p:properties>
</file>

<file path=customXml/itemProps1.xml><?xml version="1.0" encoding="utf-8"?>
<ds:datastoreItem xmlns:ds="http://schemas.openxmlformats.org/officeDocument/2006/customXml" ds:itemID="{F8192219-3D1E-4D82-A47C-43421545517B}">
  <ds:schemaRefs>
    <ds:schemaRef ds:uri="37125d7d-ada4-493a-a04d-3590a3f4e919"/>
    <ds:schemaRef ds:uri="b8b953ff-9137-4f0b-a2fd-156cf1527861"/>
    <ds:schemaRef ds:uri="d92d4f40-b75b-4726-8c43-08775ca2dfa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468E69F-44C7-467B-B5EE-4CDFD4EABD9E}">
  <ds:schemaRefs>
    <ds:schemaRef ds:uri="http://schemas.microsoft.com/sharepoint/v3/contenttype/forms"/>
  </ds:schemaRefs>
</ds:datastoreItem>
</file>

<file path=customXml/itemProps3.xml><?xml version="1.0" encoding="utf-8"?>
<ds:datastoreItem xmlns:ds="http://schemas.openxmlformats.org/officeDocument/2006/customXml" ds:itemID="{AB916DCE-2FE0-4428-8D6D-D9F7D002393C}">
  <ds:schemaRefs>
    <ds:schemaRef ds:uri="http://www.w3.org/XML/1998/namespace"/>
    <ds:schemaRef ds:uri="http://purl.org/dc/terms/"/>
    <ds:schemaRef ds:uri="http://purl.org/dc/dcmitype/"/>
    <ds:schemaRef ds:uri="d92d4f40-b75b-4726-8c43-08775ca2dfa8"/>
    <ds:schemaRef ds:uri="http://schemas.microsoft.com/office/2006/documentManagement/types"/>
    <ds:schemaRef ds:uri="b8b953ff-9137-4f0b-a2fd-156cf1527861"/>
    <ds:schemaRef ds:uri="http://schemas.microsoft.com/office/2006/metadata/properties"/>
    <ds:schemaRef ds:uri="http://schemas.microsoft.com/office/infopath/2007/PartnerControls"/>
    <ds:schemaRef ds:uri="http://schemas.openxmlformats.org/package/2006/metadata/core-properties"/>
    <ds:schemaRef ds:uri="37125d7d-ada4-493a-a04d-3590a3f4e919"/>
    <ds:schemaRef ds:uri="http://purl.org/dc/elements/1.1/"/>
  </ds:schemaRefs>
</ds:datastoreItem>
</file>

<file path=docMetadata/LabelInfo.xml><?xml version="1.0" encoding="utf-8"?>
<clbl:labelList xmlns:clbl="http://schemas.microsoft.com/office/2020/mipLabelMetadata">
  <clbl:label id="{22177130-642f-41d9-9211-74237ad5687d}" enabled="0" method="" siteId="{22177130-642f-41d9-9211-74237ad5687d}" removed="1"/>
</clbl:labelList>
</file>

<file path=docProps/app.xml><?xml version="1.0" encoding="utf-8"?>
<Properties xmlns="http://schemas.openxmlformats.org/officeDocument/2006/extended-properties" xmlns:vt="http://schemas.openxmlformats.org/officeDocument/2006/docPropsVTypes">
  <Template>Office 2013 - 2022 Theme</Template>
  <TotalTime>12837</TotalTime>
  <Words>413</Words>
  <Application>Microsoft Macintosh PowerPoint</Application>
  <PresentationFormat>Custom</PresentationFormat>
  <Paragraphs>45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Lato Bold</vt:lpstr>
      <vt:lpstr>Arial</vt:lpstr>
      <vt:lpstr>Calibri</vt:lpstr>
      <vt:lpstr>Calibri Light</vt:lpstr>
      <vt:lpstr>Lato</vt:lpstr>
      <vt:lpstr>Office 2013 - 2022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Carignan, Courtney</dc:creator>
  <cp:lastModifiedBy>Tian,Jiahe</cp:lastModifiedBy>
  <cp:revision>1</cp:revision>
  <dcterms:created xsi:type="dcterms:W3CDTF">2022-07-09T18:55:43Z</dcterms:created>
  <dcterms:modified xsi:type="dcterms:W3CDTF">2026-05-22T17:21:40Z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0x010100FFDED702AE572A4EBCA74829763C817A</vt:lpwstr>
  </property>
  <property fmtid="{D5CDD505-2E9C-101B-9397-08002B2CF9AE}" pid="3" name="MediaServiceImageTags">
    <vt:lpwstr/>
  </property>
  <property fmtid="{D5CDD505-2E9C-101B-9397-08002B2CF9AE}" pid="4" name="lcf76f155ced4ddcb4097134ff3c332f">
    <vt:lpwstr/>
  </property>
  <property fmtid="{D5CDD505-2E9C-101B-9397-08002B2CF9AE}" pid="5" name="TaxCatchAll">
    <vt:lpwstr/>
  </property>
</Properties>
</file>