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E41E55-40D1-4B4A-B77F-82172355A433}" v="6" dt="2026-05-06T19:50:35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3"/>
    <p:restoredTop sz="92330"/>
  </p:normalViewPr>
  <p:slideViewPr>
    <p:cSldViewPr snapToGrid="0" snapToObjects="1">
      <p:cViewPr>
        <p:scale>
          <a:sx n="163" d="100"/>
          <a:sy n="163" d="100"/>
        </p:scale>
        <p:origin x="198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an, Jiahe" userId="9b248cb4-e481-44ff-b1b0-af8a80db8948" providerId="ADAL" clId="{165694EF-4DAD-5B80-B123-CA025C5C68B2}"/>
    <pc:docChg chg="undo custSel delSld modSld">
      <pc:chgData name="Tian, Jiahe" userId="9b248cb4-e481-44ff-b1b0-af8a80db8948" providerId="ADAL" clId="{165694EF-4DAD-5B80-B123-CA025C5C68B2}" dt="2026-05-06T19:58:23.333" v="465" actId="20577"/>
      <pc:docMkLst>
        <pc:docMk/>
      </pc:docMkLst>
      <pc:sldChg chg="modSp mod">
        <pc:chgData name="Tian, Jiahe" userId="9b248cb4-e481-44ff-b1b0-af8a80db8948" providerId="ADAL" clId="{165694EF-4DAD-5B80-B123-CA025C5C68B2}" dt="2026-05-06T19:40:23.345" v="9" actId="1076"/>
        <pc:sldMkLst>
          <pc:docMk/>
          <pc:sldMk cId="0" sldId="256"/>
        </pc:sldMkLst>
        <pc:spChg chg="mod">
          <ac:chgData name="Tian, Jiahe" userId="9b248cb4-e481-44ff-b1b0-af8a80db8948" providerId="ADAL" clId="{165694EF-4DAD-5B80-B123-CA025C5C68B2}" dt="2026-05-06T19:40:23.345" v="9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0:20.509" v="8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0:17.953" v="7" actId="1076"/>
          <ac:spMkLst>
            <pc:docMk/>
            <pc:sldMk cId="0" sldId="256"/>
            <ac:spMk id="4" creationId="{00000000-0000-0000-0000-000000000000}"/>
          </ac:spMkLst>
        </pc:spChg>
      </pc:sldChg>
      <pc:sldChg chg="addSp modSp mod">
        <pc:chgData name="Tian, Jiahe" userId="9b248cb4-e481-44ff-b1b0-af8a80db8948" providerId="ADAL" clId="{165694EF-4DAD-5B80-B123-CA025C5C68B2}" dt="2026-05-06T19:58:23.333" v="465" actId="20577"/>
        <pc:sldMkLst>
          <pc:docMk/>
          <pc:sldMk cId="0" sldId="257"/>
        </pc:sldMkLst>
        <pc:spChg chg="mod">
          <ac:chgData name="Tian, Jiahe" userId="9b248cb4-e481-44ff-b1b0-af8a80db8948" providerId="ADAL" clId="{165694EF-4DAD-5B80-B123-CA025C5C68B2}" dt="2026-05-06T19:44:27.160" v="89" actId="1036"/>
          <ac:spMkLst>
            <pc:docMk/>
            <pc:sldMk cId="0" sldId="257"/>
            <ac:spMk id="2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4:27.160" v="89" actId="10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2:07.797" v="52" actId="1076"/>
          <ac:spMkLst>
            <pc:docMk/>
            <pc:sldMk cId="0" sldId="257"/>
            <ac:spMk id="4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4:27.160" v="89" actId="10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4:27.160" v="89" actId="1036"/>
          <ac:spMkLst>
            <pc:docMk/>
            <pc:sldMk cId="0" sldId="257"/>
            <ac:spMk id="6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4:27.160" v="89" actId="10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4:27.160" v="89" actId="1036"/>
          <ac:spMkLst>
            <pc:docMk/>
            <pc:sldMk cId="0" sldId="257"/>
            <ac:spMk id="12" creationId="{00000000-0000-0000-0000-000000000000}"/>
          </ac:spMkLst>
        </pc:spChg>
        <pc:spChg chg="add mod">
          <ac:chgData name="Tian, Jiahe" userId="9b248cb4-e481-44ff-b1b0-af8a80db8948" providerId="ADAL" clId="{165694EF-4DAD-5B80-B123-CA025C5C68B2}" dt="2026-05-06T19:44:27.160" v="89" actId="1036"/>
          <ac:spMkLst>
            <pc:docMk/>
            <pc:sldMk cId="0" sldId="257"/>
            <ac:spMk id="17" creationId="{EA11C2D4-24F4-AE40-371B-338E337853A6}"/>
          </ac:spMkLst>
        </pc:spChg>
        <pc:spChg chg="add mod">
          <ac:chgData name="Tian, Jiahe" userId="9b248cb4-e481-44ff-b1b0-af8a80db8948" providerId="ADAL" clId="{165694EF-4DAD-5B80-B123-CA025C5C68B2}" dt="2026-05-06T19:44:27.160" v="89" actId="1036"/>
          <ac:spMkLst>
            <pc:docMk/>
            <pc:sldMk cId="0" sldId="257"/>
            <ac:spMk id="18" creationId="{B7E27AA6-83CE-5A7E-E8E3-E6949B606EE9}"/>
          </ac:spMkLst>
        </pc:spChg>
        <pc:spChg chg="add mod">
          <ac:chgData name="Tian, Jiahe" userId="9b248cb4-e481-44ff-b1b0-af8a80db8948" providerId="ADAL" clId="{165694EF-4DAD-5B80-B123-CA025C5C68B2}" dt="2026-05-06T19:44:27.160" v="89" actId="1036"/>
          <ac:spMkLst>
            <pc:docMk/>
            <pc:sldMk cId="0" sldId="257"/>
            <ac:spMk id="19" creationId="{B4435408-8405-C6D5-EBF5-882F71F6BE56}"/>
          </ac:spMkLst>
        </pc:spChg>
        <pc:spChg chg="add mod">
          <ac:chgData name="Tian, Jiahe" userId="9b248cb4-e481-44ff-b1b0-af8a80db8948" providerId="ADAL" clId="{165694EF-4DAD-5B80-B123-CA025C5C68B2}" dt="2026-05-06T19:58:23.333" v="465" actId="20577"/>
          <ac:spMkLst>
            <pc:docMk/>
            <pc:sldMk cId="0" sldId="257"/>
            <ac:spMk id="20" creationId="{521F916D-B87C-FCDD-B6D0-4550EEC02E12}"/>
          </ac:spMkLst>
        </pc:spChg>
        <pc:spChg chg="add mod">
          <ac:chgData name="Tian, Jiahe" userId="9b248cb4-e481-44ff-b1b0-af8a80db8948" providerId="ADAL" clId="{165694EF-4DAD-5B80-B123-CA025C5C68B2}" dt="2026-05-06T19:44:27.160" v="89" actId="1036"/>
          <ac:spMkLst>
            <pc:docMk/>
            <pc:sldMk cId="0" sldId="257"/>
            <ac:spMk id="21" creationId="{9221631A-0C32-8C91-8413-B9F35A0D88B1}"/>
          </ac:spMkLst>
        </pc:spChg>
        <pc:spChg chg="add mod">
          <ac:chgData name="Tian, Jiahe" userId="9b248cb4-e481-44ff-b1b0-af8a80db8948" providerId="ADAL" clId="{165694EF-4DAD-5B80-B123-CA025C5C68B2}" dt="2026-05-06T19:42:48.398" v="66" actId="14100"/>
          <ac:spMkLst>
            <pc:docMk/>
            <pc:sldMk cId="0" sldId="257"/>
            <ac:spMk id="25" creationId="{8CADA0E7-1A8A-42B3-F7CD-671A9A2E3701}"/>
          </ac:spMkLst>
        </pc:spChg>
        <pc:cxnChg chg="mod">
          <ac:chgData name="Tian, Jiahe" userId="9b248cb4-e481-44ff-b1b0-af8a80db8948" providerId="ADAL" clId="{165694EF-4DAD-5B80-B123-CA025C5C68B2}" dt="2026-05-06T19:42:07.797" v="52" actId="1076"/>
          <ac:cxnSpMkLst>
            <pc:docMk/>
            <pc:sldMk cId="0" sldId="257"/>
            <ac:cxnSpMk id="8" creationId="{00000000-0000-0000-0000-000000000000}"/>
          </ac:cxnSpMkLst>
        </pc:cxnChg>
        <pc:cxnChg chg="mod">
          <ac:chgData name="Tian, Jiahe" userId="9b248cb4-e481-44ff-b1b0-af8a80db8948" providerId="ADAL" clId="{165694EF-4DAD-5B80-B123-CA025C5C68B2}" dt="2026-05-06T19:42:07.797" v="52" actId="1076"/>
          <ac:cxnSpMkLst>
            <pc:docMk/>
            <pc:sldMk cId="0" sldId="257"/>
            <ac:cxnSpMk id="9" creationId="{00000000-0000-0000-0000-000000000000}"/>
          </ac:cxnSpMkLst>
        </pc:cxnChg>
        <pc:cxnChg chg="mod">
          <ac:chgData name="Tian, Jiahe" userId="9b248cb4-e481-44ff-b1b0-af8a80db8948" providerId="ADAL" clId="{165694EF-4DAD-5B80-B123-CA025C5C68B2}" dt="2026-05-06T19:42:07.797" v="52" actId="1076"/>
          <ac:cxnSpMkLst>
            <pc:docMk/>
            <pc:sldMk cId="0" sldId="257"/>
            <ac:cxnSpMk id="10" creationId="{00000000-0000-0000-0000-000000000000}"/>
          </ac:cxnSpMkLst>
        </pc:cxnChg>
        <pc:cxnChg chg="mod">
          <ac:chgData name="Tian, Jiahe" userId="9b248cb4-e481-44ff-b1b0-af8a80db8948" providerId="ADAL" clId="{165694EF-4DAD-5B80-B123-CA025C5C68B2}" dt="2026-05-06T19:42:07.797" v="52" actId="1076"/>
          <ac:cxnSpMkLst>
            <pc:docMk/>
            <pc:sldMk cId="0" sldId="257"/>
            <ac:cxnSpMk id="11" creationId="{00000000-0000-0000-0000-000000000000}"/>
          </ac:cxnSpMkLst>
        </pc:cxnChg>
        <pc:cxnChg chg="add mod">
          <ac:chgData name="Tian, Jiahe" userId="9b248cb4-e481-44ff-b1b0-af8a80db8948" providerId="ADAL" clId="{165694EF-4DAD-5B80-B123-CA025C5C68B2}" dt="2026-05-06T19:42:34.318" v="61" actId="1076"/>
          <ac:cxnSpMkLst>
            <pc:docMk/>
            <pc:sldMk cId="0" sldId="257"/>
            <ac:cxnSpMk id="22" creationId="{710F75C2-CFA0-0E98-2AFF-4C99D7404F47}"/>
          </ac:cxnSpMkLst>
        </pc:cxnChg>
        <pc:cxnChg chg="add mod">
          <ac:chgData name="Tian, Jiahe" userId="9b248cb4-e481-44ff-b1b0-af8a80db8948" providerId="ADAL" clId="{165694EF-4DAD-5B80-B123-CA025C5C68B2}" dt="2026-05-06T19:42:34.318" v="61" actId="1076"/>
          <ac:cxnSpMkLst>
            <pc:docMk/>
            <pc:sldMk cId="0" sldId="257"/>
            <ac:cxnSpMk id="23" creationId="{3D94B4F6-A482-D3D1-E303-0F1C3A0C25D9}"/>
          </ac:cxnSpMkLst>
        </pc:cxnChg>
        <pc:cxnChg chg="add mod">
          <ac:chgData name="Tian, Jiahe" userId="9b248cb4-e481-44ff-b1b0-af8a80db8948" providerId="ADAL" clId="{165694EF-4DAD-5B80-B123-CA025C5C68B2}" dt="2026-05-06T19:43:06.003" v="70" actId="1076"/>
          <ac:cxnSpMkLst>
            <pc:docMk/>
            <pc:sldMk cId="0" sldId="257"/>
            <ac:cxnSpMk id="24" creationId="{F2286780-C3F5-BD42-6090-C2FA4820487D}"/>
          </ac:cxnSpMkLst>
        </pc:cxnChg>
      </pc:sldChg>
      <pc:sldChg chg="delSp modSp del mod">
        <pc:chgData name="Tian, Jiahe" userId="9b248cb4-e481-44ff-b1b0-af8a80db8948" providerId="ADAL" clId="{165694EF-4DAD-5B80-B123-CA025C5C68B2}" dt="2026-05-06T19:43:34.678" v="72" actId="2696"/>
        <pc:sldMkLst>
          <pc:docMk/>
          <pc:sldMk cId="0" sldId="258"/>
        </pc:sldMkLst>
        <pc:spChg chg="del">
          <ac:chgData name="Tian, Jiahe" userId="9b248cb4-e481-44ff-b1b0-af8a80db8948" providerId="ADAL" clId="{165694EF-4DAD-5B80-B123-CA025C5C68B2}" dt="2026-05-06T19:42:24.327" v="58" actId="21"/>
          <ac:spMkLst>
            <pc:docMk/>
            <pc:sldMk cId="0" sldId="258"/>
            <ac:spMk id="2" creationId="{00000000-0000-0000-0000-000000000000}"/>
          </ac:spMkLst>
        </pc:spChg>
        <pc:spChg chg="del">
          <ac:chgData name="Tian, Jiahe" userId="9b248cb4-e481-44ff-b1b0-af8a80db8948" providerId="ADAL" clId="{165694EF-4DAD-5B80-B123-CA025C5C68B2}" dt="2026-05-06T19:42:24.327" v="58" actId="21"/>
          <ac:spMkLst>
            <pc:docMk/>
            <pc:sldMk cId="0" sldId="258"/>
            <ac:spMk id="3" creationId="{00000000-0000-0000-0000-000000000000}"/>
          </ac:spMkLst>
        </pc:spChg>
        <pc:spChg chg="del">
          <ac:chgData name="Tian, Jiahe" userId="9b248cb4-e481-44ff-b1b0-af8a80db8948" providerId="ADAL" clId="{165694EF-4DAD-5B80-B123-CA025C5C68B2}" dt="2026-05-06T19:42:24.327" v="58" actId="21"/>
          <ac:spMkLst>
            <pc:docMk/>
            <pc:sldMk cId="0" sldId="258"/>
            <ac:spMk id="4" creationId="{00000000-0000-0000-0000-000000000000}"/>
          </ac:spMkLst>
        </pc:spChg>
        <pc:spChg chg="del">
          <ac:chgData name="Tian, Jiahe" userId="9b248cb4-e481-44ff-b1b0-af8a80db8948" providerId="ADAL" clId="{165694EF-4DAD-5B80-B123-CA025C5C68B2}" dt="2026-05-06T19:42:24.327" v="58" actId="21"/>
          <ac:spMkLst>
            <pc:docMk/>
            <pc:sldMk cId="0" sldId="258"/>
            <ac:spMk id="5" creationId="{00000000-0000-0000-0000-000000000000}"/>
          </ac:spMkLst>
        </pc:spChg>
        <pc:spChg chg="del">
          <ac:chgData name="Tian, Jiahe" userId="9b248cb4-e481-44ff-b1b0-af8a80db8948" providerId="ADAL" clId="{165694EF-4DAD-5B80-B123-CA025C5C68B2}" dt="2026-05-06T19:42:24.327" v="58" actId="21"/>
          <ac:spMkLst>
            <pc:docMk/>
            <pc:sldMk cId="0" sldId="258"/>
            <ac:spMk id="6" creationId="{00000000-0000-0000-0000-000000000000}"/>
          </ac:spMkLst>
        </pc:spChg>
        <pc:spChg chg="del mod">
          <ac:chgData name="Tian, Jiahe" userId="9b248cb4-e481-44ff-b1b0-af8a80db8948" providerId="ADAL" clId="{165694EF-4DAD-5B80-B123-CA025C5C68B2}" dt="2026-05-06T19:42:24.327" v="58" actId="21"/>
          <ac:spMkLst>
            <pc:docMk/>
            <pc:sldMk cId="0" sldId="258"/>
            <ac:spMk id="10" creationId="{00000000-0000-0000-0000-000000000000}"/>
          </ac:spMkLst>
        </pc:spChg>
        <pc:cxnChg chg="del">
          <ac:chgData name="Tian, Jiahe" userId="9b248cb4-e481-44ff-b1b0-af8a80db8948" providerId="ADAL" clId="{165694EF-4DAD-5B80-B123-CA025C5C68B2}" dt="2026-05-06T19:42:24.327" v="58" actId="21"/>
          <ac:cxnSpMkLst>
            <pc:docMk/>
            <pc:sldMk cId="0" sldId="258"/>
            <ac:cxnSpMk id="7" creationId="{00000000-0000-0000-0000-000000000000}"/>
          </ac:cxnSpMkLst>
        </pc:cxnChg>
        <pc:cxnChg chg="del">
          <ac:chgData name="Tian, Jiahe" userId="9b248cb4-e481-44ff-b1b0-af8a80db8948" providerId="ADAL" clId="{165694EF-4DAD-5B80-B123-CA025C5C68B2}" dt="2026-05-06T19:42:24.327" v="58" actId="21"/>
          <ac:cxnSpMkLst>
            <pc:docMk/>
            <pc:sldMk cId="0" sldId="258"/>
            <ac:cxnSpMk id="8" creationId="{00000000-0000-0000-0000-000000000000}"/>
          </ac:cxnSpMkLst>
        </pc:cxnChg>
        <pc:cxnChg chg="del">
          <ac:chgData name="Tian, Jiahe" userId="9b248cb4-e481-44ff-b1b0-af8a80db8948" providerId="ADAL" clId="{165694EF-4DAD-5B80-B123-CA025C5C68B2}" dt="2026-05-06T19:42:24.327" v="58" actId="21"/>
          <ac:cxnSpMkLst>
            <pc:docMk/>
            <pc:sldMk cId="0" sldId="258"/>
            <ac:cxnSpMk id="9" creationId="{00000000-0000-0000-0000-000000000000}"/>
          </ac:cxnSpMkLst>
        </pc:cxnChg>
      </pc:sldChg>
      <pc:sldChg chg="addSp modSp mod modNotesTx">
        <pc:chgData name="Tian, Jiahe" userId="9b248cb4-e481-44ff-b1b0-af8a80db8948" providerId="ADAL" clId="{165694EF-4DAD-5B80-B123-CA025C5C68B2}" dt="2026-05-06T19:55:23.070" v="448" actId="20577"/>
        <pc:sldMkLst>
          <pc:docMk/>
          <pc:sldMk cId="0" sldId="259"/>
        </pc:sldMkLst>
        <pc:spChg chg="mod">
          <ac:chgData name="Tian, Jiahe" userId="9b248cb4-e481-44ff-b1b0-af8a80db8948" providerId="ADAL" clId="{165694EF-4DAD-5B80-B123-CA025C5C68B2}" dt="2026-05-06T19:48:14.456" v="120" actId="141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8:26.319" v="124" actId="14100"/>
          <ac:spMkLst>
            <pc:docMk/>
            <pc:sldMk cId="0" sldId="259"/>
            <ac:spMk id="4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8:18.513" v="121" actId="1076"/>
          <ac:spMkLst>
            <pc:docMk/>
            <pc:sldMk cId="0" sldId="259"/>
            <ac:spMk id="5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8:21.251" v="122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8:29.081" v="125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8:31.590" v="126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8:36.347" v="128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48:40.810" v="129" actId="1076"/>
          <ac:spMkLst>
            <pc:docMk/>
            <pc:sldMk cId="0" sldId="259"/>
            <ac:spMk id="10" creationId="{00000000-0000-0000-0000-000000000000}"/>
          </ac:spMkLst>
        </pc:spChg>
        <pc:spChg chg="add mod">
          <ac:chgData name="Tian, Jiahe" userId="9b248cb4-e481-44ff-b1b0-af8a80db8948" providerId="ADAL" clId="{165694EF-4DAD-5B80-B123-CA025C5C68B2}" dt="2026-05-06T19:48:57.170" v="148" actId="20577"/>
          <ac:spMkLst>
            <pc:docMk/>
            <pc:sldMk cId="0" sldId="259"/>
            <ac:spMk id="11" creationId="{33CC0BE3-AEBB-8708-5A31-0F55A65840E8}"/>
          </ac:spMkLst>
        </pc:spChg>
        <pc:spChg chg="add mod">
          <ac:chgData name="Tian, Jiahe" userId="9b248cb4-e481-44ff-b1b0-af8a80db8948" providerId="ADAL" clId="{165694EF-4DAD-5B80-B123-CA025C5C68B2}" dt="2026-05-06T19:49:13.607" v="153" actId="14100"/>
          <ac:spMkLst>
            <pc:docMk/>
            <pc:sldMk cId="0" sldId="259"/>
            <ac:spMk id="12" creationId="{94D140B6-C6CA-C244-52CB-178D61FDEA44}"/>
          </ac:spMkLst>
        </pc:spChg>
        <pc:spChg chg="add mod">
          <ac:chgData name="Tian, Jiahe" userId="9b248cb4-e481-44ff-b1b0-af8a80db8948" providerId="ADAL" clId="{165694EF-4DAD-5B80-B123-CA025C5C68B2}" dt="2026-05-06T19:49:11.090" v="152" actId="14100"/>
          <ac:spMkLst>
            <pc:docMk/>
            <pc:sldMk cId="0" sldId="259"/>
            <ac:spMk id="13" creationId="{4423A9A9-93A1-D182-7E59-21A662169305}"/>
          </ac:spMkLst>
        </pc:spChg>
        <pc:spChg chg="add mod">
          <ac:chgData name="Tian, Jiahe" userId="9b248cb4-e481-44ff-b1b0-af8a80db8948" providerId="ADAL" clId="{165694EF-4DAD-5B80-B123-CA025C5C68B2}" dt="2026-05-06T19:55:23.070" v="448" actId="20577"/>
          <ac:spMkLst>
            <pc:docMk/>
            <pc:sldMk cId="0" sldId="259"/>
            <ac:spMk id="14" creationId="{81A80A1A-9DDE-9A82-AD36-B0A2D2575F49}"/>
          </ac:spMkLst>
        </pc:spChg>
        <pc:spChg chg="add mod">
          <ac:chgData name="Tian, Jiahe" userId="9b248cb4-e481-44ff-b1b0-af8a80db8948" providerId="ADAL" clId="{165694EF-4DAD-5B80-B123-CA025C5C68B2}" dt="2026-05-06T19:54:56.397" v="419" actId="12"/>
          <ac:spMkLst>
            <pc:docMk/>
            <pc:sldMk cId="0" sldId="259"/>
            <ac:spMk id="15" creationId="{A02D9D63-0D8D-E679-B896-D35AD23047AC}"/>
          </ac:spMkLst>
        </pc:spChg>
      </pc:sldChg>
      <pc:sldChg chg="modSp mod">
        <pc:chgData name="Tian, Jiahe" userId="9b248cb4-e481-44ff-b1b0-af8a80db8948" providerId="ADAL" clId="{165694EF-4DAD-5B80-B123-CA025C5C68B2}" dt="2026-05-06T19:56:53.676" v="464" actId="1076"/>
        <pc:sldMkLst>
          <pc:docMk/>
          <pc:sldMk cId="0" sldId="260"/>
        </pc:sldMkLst>
        <pc:spChg chg="mod">
          <ac:chgData name="Tian, Jiahe" userId="9b248cb4-e481-44ff-b1b0-af8a80db8948" providerId="ADAL" clId="{165694EF-4DAD-5B80-B123-CA025C5C68B2}" dt="2026-05-06T19:56:12.141" v="453" actId="1076"/>
          <ac:spMkLst>
            <pc:docMk/>
            <pc:sldMk cId="0" sldId="260"/>
            <ac:spMk id="4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56:16.678" v="454" actId="1076"/>
          <ac:spMkLst>
            <pc:docMk/>
            <pc:sldMk cId="0" sldId="260"/>
            <ac:spMk id="5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56:22.387" v="455" actId="1076"/>
          <ac:spMkLst>
            <pc:docMk/>
            <pc:sldMk cId="0" sldId="260"/>
            <ac:spMk id="6" creationId="{00000000-0000-0000-0000-000000000000}"/>
          </ac:spMkLst>
        </pc:spChg>
        <pc:spChg chg="mod">
          <ac:chgData name="Tian, Jiahe" userId="9b248cb4-e481-44ff-b1b0-af8a80db8948" providerId="ADAL" clId="{165694EF-4DAD-5B80-B123-CA025C5C68B2}" dt="2026-05-06T19:56:53.676" v="464" actId="1076"/>
          <ac:spMkLst>
            <pc:docMk/>
            <pc:sldMk cId="0" sldId="260"/>
            <ac:spMk id="10" creationId="{00000000-0000-0000-0000-000000000000}"/>
          </ac:spMkLst>
        </pc:spChg>
        <pc:cxnChg chg="mod">
          <ac:chgData name="Tian, Jiahe" userId="9b248cb4-e481-44ff-b1b0-af8a80db8948" providerId="ADAL" clId="{165694EF-4DAD-5B80-B123-CA025C5C68B2}" dt="2026-05-06T19:56:43.062" v="462" actId="14100"/>
          <ac:cxnSpMkLst>
            <pc:docMk/>
            <pc:sldMk cId="0" sldId="260"/>
            <ac:cxnSpMk id="7" creationId="{00000000-0000-0000-0000-000000000000}"/>
          </ac:cxnSpMkLst>
        </pc:cxnChg>
        <pc:cxnChg chg="mod">
          <ac:chgData name="Tian, Jiahe" userId="9b248cb4-e481-44ff-b1b0-af8a80db8948" providerId="ADAL" clId="{165694EF-4DAD-5B80-B123-CA025C5C68B2}" dt="2026-05-06T19:56:40.105" v="461" actId="14100"/>
          <ac:cxnSpMkLst>
            <pc:docMk/>
            <pc:sldMk cId="0" sldId="260"/>
            <ac:cxnSpMk id="8" creationId="{00000000-0000-0000-0000-000000000000}"/>
          </ac:cxnSpMkLst>
        </pc:cxnChg>
        <pc:cxnChg chg="mod">
          <ac:chgData name="Tian, Jiahe" userId="9b248cb4-e481-44ff-b1b0-af8a80db8948" providerId="ADAL" clId="{165694EF-4DAD-5B80-B123-CA025C5C68B2}" dt="2026-05-06T19:56:32.876" v="459" actId="14100"/>
          <ac:cxnSpMkLst>
            <pc:docMk/>
            <pc:sldMk cId="0" sldId="260"/>
            <ac:cxnSpMk id="9" creationId="{00000000-0000-0000-0000-000000000000}"/>
          </ac:cxnSpMkLst>
        </pc:cxnChg>
      </pc:sldChg>
      <pc:sldChg chg="modSp mod">
        <pc:chgData name="Tian, Jiahe" userId="9b248cb4-e481-44ff-b1b0-af8a80db8948" providerId="ADAL" clId="{165694EF-4DAD-5B80-B123-CA025C5C68B2}" dt="2026-05-06T19:44:06.302" v="76" actId="12"/>
        <pc:sldMkLst>
          <pc:docMk/>
          <pc:sldMk cId="0" sldId="261"/>
        </pc:sldMkLst>
        <pc:spChg chg="mod">
          <ac:chgData name="Tian, Jiahe" userId="9b248cb4-e481-44ff-b1b0-af8a80db8948" providerId="ADAL" clId="{165694EF-4DAD-5B80-B123-CA025C5C68B2}" dt="2026-05-06T19:44:06.302" v="76" actId="12"/>
          <ac:spMkLst>
            <pc:docMk/>
            <pc:sldMk cId="0" sldId="261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E7C5C-F815-F649-B7E9-BADF6B6F7ED9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22E73-94DD-6C4C-8AB8-FBF40CE10A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21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drinking water, milk intake, grass/pasture intake, temperature, rainfall, dry matter fraction, seasonal variation, daily measured exposure variation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022E73-94DD-6C4C-8AB8-FBF40CE10AC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743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871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</a:defRPr>
            </a:pPr>
            <a:r>
              <a:rPr dirty="0"/>
              <a:t>PFAS Cattle Toxicokinetic (TK)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2019" y="1603390"/>
            <a:ext cx="89419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rPr dirty="0"/>
              <a:t>Comparing the Full Exposure-TK Framework vs. Simplified Mikkonnen Model</a:t>
            </a:r>
          </a:p>
        </p:txBody>
      </p:sp>
      <p:sp>
        <p:nvSpPr>
          <p:cNvPr id="4" name="Cloud 3"/>
          <p:cNvSpPr/>
          <p:nvPr/>
        </p:nvSpPr>
        <p:spPr>
          <a:xfrm>
            <a:off x="2489082" y="2493335"/>
            <a:ext cx="4165836" cy="1871330"/>
          </a:xfrm>
          <a:prstGeom prst="cloud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rPr dirty="0"/>
              <a:t>Cattle PFAS</a:t>
            </a:r>
            <a:r>
              <a:rPr lang="zh-CN" altLang="en-US" dirty="0"/>
              <a:t> </a:t>
            </a:r>
            <a:r>
              <a:rPr dirty="0"/>
              <a:t>TK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97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</a:defRPr>
            </a:pPr>
            <a:r>
              <a:rPr dirty="0"/>
              <a:t>Full Exposure + TK Framework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13169" y="1259840"/>
            <a:ext cx="1828800" cy="754912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Environmental</a:t>
            </a:r>
          </a:p>
          <a:p>
            <a:r>
              <a:rPr dirty="0"/>
              <a:t>Measurements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59990" y="1259840"/>
            <a:ext cx="1440180" cy="754912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Daily Exposure</a:t>
            </a:r>
          </a:p>
          <a:p>
            <a:r>
              <a:rPr dirty="0"/>
              <a:t>Calculation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37197" y="1259840"/>
            <a:ext cx="1127849" cy="754912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Dose Intake</a:t>
            </a:r>
          </a:p>
          <a:p>
            <a:r>
              <a:rPr dirty="0"/>
              <a:t>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02073" y="1259840"/>
            <a:ext cx="1767929" cy="754912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One-Compartment</a:t>
            </a:r>
          </a:p>
          <a:p>
            <a:r>
              <a:rPr dirty="0"/>
              <a:t>TK Model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10062" y="1259840"/>
            <a:ext cx="1367612" cy="754912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Serum/Tissue</a:t>
            </a:r>
          </a:p>
          <a:p>
            <a:r>
              <a:rPr dirty="0"/>
              <a:t>Predictions</a:t>
            </a:r>
          </a:p>
        </p:txBody>
      </p:sp>
      <p:cxnSp>
        <p:nvCxnSpPr>
          <p:cNvPr id="8" name="Connector 7"/>
          <p:cNvCxnSpPr>
            <a:cxnSpLocks/>
          </p:cNvCxnSpPr>
          <p:nvPr/>
        </p:nvCxnSpPr>
        <p:spPr>
          <a:xfrm>
            <a:off x="2341969" y="1579880"/>
            <a:ext cx="1143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</p:cNvCxnSpPr>
          <p:nvPr/>
        </p:nvCxnSpPr>
        <p:spPr>
          <a:xfrm>
            <a:off x="3900170" y="1585224"/>
            <a:ext cx="1143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>
            <a:cxnSpLocks/>
          </p:cNvCxnSpPr>
          <p:nvPr/>
        </p:nvCxnSpPr>
        <p:spPr>
          <a:xfrm>
            <a:off x="5165046" y="1579880"/>
            <a:ext cx="1143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</p:cNvCxnSpPr>
          <p:nvPr/>
        </p:nvCxnSpPr>
        <p:spPr>
          <a:xfrm>
            <a:off x="7070002" y="1579880"/>
            <a:ext cx="1143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478012" y="2215409"/>
            <a:ext cx="6476517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Includes water, soil, grass, and milk exposure pathways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Exposure changes daily using real environmental measurements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Simulates realistic cattle growth and intake dynamics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11C2D4-24F4-AE40-371B-338E337853A6}"/>
              </a:ext>
            </a:extLst>
          </p:cNvPr>
          <p:cNvSpPr txBox="1"/>
          <p:nvPr/>
        </p:nvSpPr>
        <p:spPr>
          <a:xfrm>
            <a:off x="457200" y="324288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</a:defRPr>
            </a:pPr>
            <a:r>
              <a:rPr dirty="0"/>
              <a:t>Simplified Mikkonnen Model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7E27AA6-83CE-5A7E-E8E3-E6949B606EE9}"/>
              </a:ext>
            </a:extLst>
          </p:cNvPr>
          <p:cNvSpPr/>
          <p:nvPr/>
        </p:nvSpPr>
        <p:spPr>
          <a:xfrm>
            <a:off x="640080" y="3983332"/>
            <a:ext cx="146304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Fixed Soil &amp;</a:t>
            </a:r>
          </a:p>
          <a:p>
            <a:r>
              <a:rPr dirty="0"/>
              <a:t>Stover Levels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B4435408-8405-C6D5-EBF5-882F71F6BE56}"/>
              </a:ext>
            </a:extLst>
          </p:cNvPr>
          <p:cNvSpPr/>
          <p:nvPr/>
        </p:nvSpPr>
        <p:spPr>
          <a:xfrm>
            <a:off x="2560320" y="3983332"/>
            <a:ext cx="146304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Simplified Daily</a:t>
            </a:r>
          </a:p>
          <a:p>
            <a:r>
              <a:rPr dirty="0"/>
              <a:t>Dose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21F916D-B87C-FCDD-B6D0-4550EEC02E12}"/>
              </a:ext>
            </a:extLst>
          </p:cNvPr>
          <p:cNvSpPr/>
          <p:nvPr/>
        </p:nvSpPr>
        <p:spPr>
          <a:xfrm>
            <a:off x="4572000" y="3983332"/>
            <a:ext cx="168656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One</a:t>
            </a:r>
            <a:r>
              <a:rPr lang="en-US" dirty="0"/>
              <a:t>-</a:t>
            </a:r>
            <a:r>
              <a:rPr dirty="0"/>
              <a:t>Compartment</a:t>
            </a:r>
          </a:p>
          <a:p>
            <a:r>
              <a:rPr dirty="0"/>
              <a:t>TK Model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221631A-0C32-8C91-8413-B9F35A0D88B1}"/>
              </a:ext>
            </a:extLst>
          </p:cNvPr>
          <p:cNvSpPr/>
          <p:nvPr/>
        </p:nvSpPr>
        <p:spPr>
          <a:xfrm>
            <a:off x="6756400" y="3983332"/>
            <a:ext cx="1463040" cy="64008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Scenario-Based</a:t>
            </a:r>
          </a:p>
          <a:p>
            <a:r>
              <a:rPr dirty="0"/>
              <a:t>Predictions</a:t>
            </a:r>
          </a:p>
        </p:txBody>
      </p:sp>
      <p:cxnSp>
        <p:nvCxnSpPr>
          <p:cNvPr id="22" name="Connector 6">
            <a:extLst>
              <a:ext uri="{FF2B5EF4-FFF2-40B4-BE49-F238E27FC236}">
                <a16:creationId xmlns:a16="http://schemas.microsoft.com/office/drawing/2014/main" id="{710F75C2-CFA0-0E98-2AFF-4C99D7404F47}"/>
              </a:ext>
            </a:extLst>
          </p:cNvPr>
          <p:cNvCxnSpPr/>
          <p:nvPr/>
        </p:nvCxnSpPr>
        <p:spPr>
          <a:xfrm>
            <a:off x="2103120" y="4303372"/>
            <a:ext cx="4572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7">
            <a:extLst>
              <a:ext uri="{FF2B5EF4-FFF2-40B4-BE49-F238E27FC236}">
                <a16:creationId xmlns:a16="http://schemas.microsoft.com/office/drawing/2014/main" id="{3D94B4F6-A482-D3D1-E303-0F1C3A0C25D9}"/>
              </a:ext>
            </a:extLst>
          </p:cNvPr>
          <p:cNvCxnSpPr/>
          <p:nvPr/>
        </p:nvCxnSpPr>
        <p:spPr>
          <a:xfrm>
            <a:off x="4023360" y="4303372"/>
            <a:ext cx="5486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8">
            <a:extLst>
              <a:ext uri="{FF2B5EF4-FFF2-40B4-BE49-F238E27FC236}">
                <a16:creationId xmlns:a16="http://schemas.microsoft.com/office/drawing/2014/main" id="{F2286780-C3F5-BD42-6090-C2FA4820487D}"/>
              </a:ext>
            </a:extLst>
          </p:cNvPr>
          <p:cNvCxnSpPr/>
          <p:nvPr/>
        </p:nvCxnSpPr>
        <p:spPr>
          <a:xfrm>
            <a:off x="6207760" y="4303372"/>
            <a:ext cx="54864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CADA0E7-1A8A-42B3-F7CD-671A9A2E3701}"/>
              </a:ext>
            </a:extLst>
          </p:cNvPr>
          <p:cNvSpPr txBox="1"/>
          <p:nvPr/>
        </p:nvSpPr>
        <p:spPr>
          <a:xfrm>
            <a:off x="1478012" y="4765037"/>
            <a:ext cx="49329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Uses fixed contamination assumptions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Focuses on feed and soil exposure only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Designed for rapid scenario analysis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</a:defRPr>
            </a:pPr>
            <a:r>
              <a:rPr dirty="0"/>
              <a:t>Exposure Pathway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8960" y="822960"/>
            <a:ext cx="8117840" cy="731520"/>
          </a:xfrm>
          <a:prstGeom prst="round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Full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8960" y="1737360"/>
            <a:ext cx="8117840" cy="73152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Simplified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56080" y="960120"/>
            <a:ext cx="1371600" cy="45720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Water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960120"/>
            <a:ext cx="1371600" cy="45720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Soil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44722" y="965199"/>
            <a:ext cx="1371600" cy="45720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Grass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9042" y="960120"/>
            <a:ext cx="1371600" cy="45720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Milk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1874520"/>
            <a:ext cx="1371600" cy="45720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Soil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65044" y="1874520"/>
            <a:ext cx="1371600" cy="45720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Stover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CC0BE3-AEBB-8708-5A31-0F55A65840E8}"/>
              </a:ext>
            </a:extLst>
          </p:cNvPr>
          <p:cNvSpPr txBox="1"/>
          <p:nvPr/>
        </p:nvSpPr>
        <p:spPr>
          <a:xfrm>
            <a:off x="457200" y="2651760"/>
            <a:ext cx="40344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</a:defRPr>
            </a:pPr>
            <a:r>
              <a:rPr lang="en-US" dirty="0"/>
              <a:t>Intake Model </a:t>
            </a:r>
            <a:r>
              <a:rPr dirty="0"/>
              <a:t>Comparison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4D140B6-C6CA-C244-52CB-178D61FDEA44}"/>
              </a:ext>
            </a:extLst>
          </p:cNvPr>
          <p:cNvSpPr/>
          <p:nvPr/>
        </p:nvSpPr>
        <p:spPr>
          <a:xfrm>
            <a:off x="568960" y="3357860"/>
            <a:ext cx="8117840" cy="1376700"/>
          </a:xfrm>
          <a:prstGeom prst="roundRect">
            <a:avLst/>
          </a:prstGeom>
          <a:solidFill>
            <a:srgbClr val="4472C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Full Model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423A9A9-93A1-D182-7E59-21A662169305}"/>
              </a:ext>
            </a:extLst>
          </p:cNvPr>
          <p:cNvSpPr/>
          <p:nvPr/>
        </p:nvSpPr>
        <p:spPr>
          <a:xfrm>
            <a:off x="568960" y="4978360"/>
            <a:ext cx="8117840" cy="145292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Simplified Model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1A80A1A-9DDE-9A82-AD36-B0A2D2575F49}"/>
              </a:ext>
            </a:extLst>
          </p:cNvPr>
          <p:cNvSpPr/>
          <p:nvPr/>
        </p:nvSpPr>
        <p:spPr>
          <a:xfrm>
            <a:off x="2306320" y="5394940"/>
            <a:ext cx="4683760" cy="75186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  <a:defRPr sz="1400" b="1">
                <a:solidFill>
                  <a:srgbClr val="FFFFFF"/>
                </a:solidFill>
              </a:defRPr>
            </a:pPr>
            <a:r>
              <a:rPr lang="en-US" dirty="0"/>
              <a:t>Considering cattle growth but without milk intake</a:t>
            </a:r>
          </a:p>
          <a:p>
            <a:pPr marL="342900" indent="-342900">
              <a:buFont typeface="+mj-lt"/>
              <a:buAutoNum type="arabicPeriod"/>
              <a:defRPr sz="1400" b="1">
                <a:solidFill>
                  <a:srgbClr val="FFFFFF"/>
                </a:solidFill>
              </a:defRPr>
            </a:pPr>
            <a:r>
              <a:rPr lang="en-US" dirty="0"/>
              <a:t>Higher soil ingestion (0.1)</a:t>
            </a:r>
          </a:p>
          <a:p>
            <a:pPr marL="342900" indent="-342900">
              <a:buFont typeface="+mj-lt"/>
              <a:buAutoNum type="arabicPeriod"/>
              <a:defRPr sz="1400" b="1">
                <a:solidFill>
                  <a:srgbClr val="FFFFFF"/>
                </a:solidFill>
              </a:defRPr>
            </a:pPr>
            <a:r>
              <a:rPr lang="en-US" dirty="0"/>
              <a:t>Considering bioavailability (feed &amp; soil)</a:t>
            </a:r>
            <a:endParaRPr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02D9D63-0D8D-E679-B896-D35AD23047AC}"/>
              </a:ext>
            </a:extLst>
          </p:cNvPr>
          <p:cNvSpPr/>
          <p:nvPr/>
        </p:nvSpPr>
        <p:spPr>
          <a:xfrm>
            <a:off x="2301242" y="3566160"/>
            <a:ext cx="4688838" cy="77724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  <a:defRPr sz="1400" b="1">
                <a:solidFill>
                  <a:srgbClr val="FFFFFF"/>
                </a:solidFill>
              </a:defRPr>
            </a:pPr>
            <a:r>
              <a:rPr lang="en-US" dirty="0"/>
              <a:t>Considering calf phase and post-weaning</a:t>
            </a:r>
          </a:p>
          <a:p>
            <a:pPr marL="342900" indent="-342900">
              <a:buFont typeface="+mj-lt"/>
              <a:buAutoNum type="arabicPeriod"/>
              <a:defRPr sz="1400" b="1">
                <a:solidFill>
                  <a:srgbClr val="FFFFFF"/>
                </a:solidFill>
              </a:defRPr>
            </a:pPr>
            <a:r>
              <a:rPr lang="en-US" dirty="0"/>
              <a:t>Smaller soil ingestion (0.04)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</a:defRPr>
            </a:pPr>
            <a:r>
              <a:t>One-Compartment Toxicokinetic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00400" y="1828800"/>
            <a:ext cx="1828800" cy="1097280"/>
          </a:xfrm>
          <a:prstGeom prst="roundRect">
            <a:avLst/>
          </a:prstGeom>
          <a:solidFill>
            <a:srgbClr val="C050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Central</a:t>
            </a:r>
          </a:p>
          <a:p>
            <a:r>
              <a:t>Compartment</a:t>
            </a:r>
          </a:p>
          <a:p>
            <a:r>
              <a:t>(Serum)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20800" y="3333096"/>
            <a:ext cx="1188720" cy="64008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Muscle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3333096"/>
            <a:ext cx="1188720" cy="64008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Liver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85563" y="3333096"/>
            <a:ext cx="1188720" cy="64008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Kidney</a:t>
            </a:r>
          </a:p>
        </p:txBody>
      </p:sp>
      <p:cxnSp>
        <p:nvCxnSpPr>
          <p:cNvPr id="7" name="Connector 6"/>
          <p:cNvCxnSpPr>
            <a:cxnSpLocks/>
            <a:stCxn id="4" idx="0"/>
            <a:endCxn id="3" idx="1"/>
          </p:cNvCxnSpPr>
          <p:nvPr/>
        </p:nvCxnSpPr>
        <p:spPr>
          <a:xfrm flipV="1">
            <a:off x="1915160" y="2377440"/>
            <a:ext cx="1285240" cy="955656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  <a:stCxn id="3" idx="3"/>
            <a:endCxn id="6" idx="0"/>
          </p:cNvCxnSpPr>
          <p:nvPr/>
        </p:nvCxnSpPr>
        <p:spPr>
          <a:xfrm>
            <a:off x="5029200" y="2377440"/>
            <a:ext cx="1350723" cy="955656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>
            <a:cxnSpLocks/>
            <a:stCxn id="3" idx="2"/>
            <a:endCxn id="5" idx="0"/>
          </p:cNvCxnSpPr>
          <p:nvPr/>
        </p:nvCxnSpPr>
        <p:spPr>
          <a:xfrm>
            <a:off x="4114800" y="2926080"/>
            <a:ext cx="0" cy="407016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03957" y="4608791"/>
            <a:ext cx="517032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Serum concentration drives tissue concentrations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Tissue levels estimated using partition coefficients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Elimination follows first-order kinetics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</a:defRPr>
            </a:pPr>
            <a:r>
              <a:rPr dirty="0"/>
              <a:t>Population Variability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743200" cy="914400"/>
          </a:xfrm>
          <a:prstGeom prst="roundRect">
            <a:avLst/>
          </a:prstGeom>
          <a:solidFill>
            <a:srgbClr val="5B9BD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Monte Carlo</a:t>
            </a:r>
          </a:p>
          <a:p>
            <a:r>
              <a:rPr dirty="0"/>
              <a:t>Population Simulation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2743200" cy="914400"/>
          </a:xfrm>
          <a:prstGeom prst="roundRect">
            <a:avLst/>
          </a:prstGeom>
          <a:solidFill>
            <a:srgbClr val="70A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rPr dirty="0"/>
              <a:t>Deterministic</a:t>
            </a:r>
          </a:p>
          <a:p>
            <a:r>
              <a:rPr dirty="0"/>
              <a:t>Single Animal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7362400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Full model simulates 100 stochastic animals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Random variability applied to half-life, </a:t>
            </a:r>
            <a:r>
              <a:rPr dirty="0" err="1"/>
              <a:t>Vd</a:t>
            </a:r>
            <a:r>
              <a:rPr dirty="0"/>
              <a:t>, dose, and partition coefficients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/>
            </a:pPr>
            <a:r>
              <a:rPr dirty="0"/>
              <a:t>Simplified model predicts one average trajectory only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</a:defRPr>
            </a:pPr>
            <a:r>
              <a:t>Major Simplifications in the Mikkonnen Model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743200" cy="54864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 water exposure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371600"/>
            <a:ext cx="2743200" cy="54864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 milk intake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2743200" cy="54864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 seasonal variability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286000"/>
            <a:ext cx="2743200" cy="54864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 maternal transfer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200400"/>
            <a:ext cx="2743200" cy="54864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 stochastic population variability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200400"/>
            <a:ext cx="2743200" cy="548640"/>
          </a:xfrm>
          <a:prstGeom prst="roundRect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 multi-compartment tissue kinetics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1414"/>
                </a:solidFill>
              </a:defRPr>
            </a:pPr>
            <a:r>
              <a:t>Final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795527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Full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Mikkonnen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Exposure 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Dynamic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Fixed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Exposure Pathways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Limited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Variability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Stochastic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Deterministic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Biological 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Main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Realistic reconstruction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Scenario testing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Moderate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2177130-642f-41d9-9211-74237ad5687d}" enabled="0" method="" siteId="{22177130-642f-41d9-9211-74237ad5687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301</Words>
  <Application>Microsoft Macintosh PowerPoint</Application>
  <PresentationFormat>On-screen Show (4:3)</PresentationFormat>
  <Paragraphs>98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Tian,Jiahe</cp:lastModifiedBy>
  <cp:revision>1</cp:revision>
  <dcterms:created xsi:type="dcterms:W3CDTF">2013-01-27T09:14:16Z</dcterms:created>
  <dcterms:modified xsi:type="dcterms:W3CDTF">2026-05-06T21:02:32Z</dcterms:modified>
  <cp:category/>
</cp:coreProperties>
</file>